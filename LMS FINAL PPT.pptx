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Slides/notesSlide1.xml" ContentType="application/vnd.openxmlformats-officedocument.presentationml.notesSlide+xml"/>
  <Override PartName="/ppt/slides/slide4.xml" ContentType="application/vnd.openxmlformats-officedocument.presentationml.slide+xml"/>
  <Override PartName="/ppt/notesSlides/notesSlide2.xml" ContentType="application/vnd.openxmlformats-officedocument.presentationml.notesSlide+xml"/>
  <Override PartName="/ppt/slides/slide5.xml" ContentType="application/vnd.openxmlformats-officedocument.presentationml.slide+xml"/>
  <Override PartName="/ppt/notesSlides/notesSlide3.xml" ContentType="application/vnd.openxmlformats-officedocument.presentationml.notesSlide+xml"/>
  <Override PartName="/ppt/slides/slide6.xml" ContentType="application/vnd.openxmlformats-officedocument.presentationml.slide+xml"/>
  <Override PartName="/ppt/notesSlides/notesSlide4.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Slides/notesSlide5.xml" ContentType="application/vnd.openxmlformats-officedocument.presentationml.notes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72" r:id="rId1"/>
  </p:sldMasterIdLst>
  <p:notesMasterIdLst>
    <p:notesMasterId r:id="rId2"/>
  </p:notesMasterIdLst>
  <p:sldIdLst>
    <p:sldId id="309" r:id="rId3"/>
    <p:sldId id="310" r:id="rId4"/>
    <p:sldId id="311" r:id="rId5"/>
    <p:sldId id="312" r:id="rId6"/>
    <p:sldId id="313" r:id="rId7"/>
    <p:sldId id="314" r:id="rId8"/>
    <p:sldId id="315" r:id="rId9"/>
    <p:sldId id="316" r:id="rId10"/>
    <p:sldId id="317" r:id="rId11"/>
    <p:sldId id="318" r:id="rId12"/>
    <p:sldId id="319" r:id="rId13"/>
    <p:sldId id="320" r:id="rId14"/>
    <p:sldId id="321" r:id="rId15"/>
    <p:sldId id="322" r:id="rId16"/>
    <p:sldId id="323" r:id="rId17"/>
    <p:sldId id="324" r:id="rId18"/>
    <p:sldId id="325" r:id="rId19"/>
    <p:sldId id="326" r:id="rId20"/>
    <p:sldId id="327" r:id="rId21"/>
    <p:sldId id="328" r:id="rId22"/>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p:normalViewPr>
    <p:restoredLeft sz="11651" autoAdjust="0"/>
    <p:restoredTop sz="95033" autoAdjust="0"/>
  </p:normalViewPr>
  <p:slideViewPr>
    <p:cSldViewPr showGuides="1" snapToGrid="0">
      <p:cViewPr varScale="1">
        <p:scale>
          <a:sx n="74" d="100"/>
          <a:sy n="74" d="100"/>
        </p:scale>
        <p:origin x="1195" y="72"/>
      </p:cViewPr>
      <p:guideLst>
        <p:guide orient="horz" pos="2160"/>
        <p:guide pos="381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tableStyles" Target="tableStyles.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75" name=""/>
        <p:cNvGrpSpPr/>
        <p:nvPr/>
      </p:nvGrpSpPr>
      <p:grpSpPr>
        <a:xfrm>
          <a:off x="0" y="0"/>
          <a:ext cx="0" cy="0"/>
          <a:chOff x="0" y="0"/>
          <a:chExt cx="0" cy="0"/>
        </a:xfrm>
      </p:grpSpPr>
      <p:sp>
        <p:nvSpPr>
          <p:cNvPr id="1048718"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IN"/>
          </a:p>
        </p:txBody>
      </p:sp>
      <p:sp>
        <p:nvSpPr>
          <p:cNvPr id="1048719" name="Date Placeholder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BC389B65-AE4E-487C-97D2-1D08AB293BF8}" type="datetimeFigureOut">
              <a:rPr lang="en-IN" smtClean="0"/>
              <a:t>24/04/2026</a:t>
            </a:fld>
            <a:endParaRPr lang="en-IN"/>
          </a:p>
        </p:txBody>
      </p:sp>
      <p:sp>
        <p:nvSpPr>
          <p:cNvPr id="1048720" name="Slide Image Placeholder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lang="en-IN"/>
          </a:p>
        </p:txBody>
      </p:sp>
      <p:sp>
        <p:nvSpPr>
          <p:cNvPr id="1048721" name="Notes Placeholder 4"/>
          <p:cNvSpPr>
            <a:spLocks noGrp="1"/>
          </p:cNvSpPr>
          <p:nvPr>
            <p:ph type="body" sz="quarter" idx="3"/>
          </p:nvPr>
        </p:nvSpPr>
        <p:spPr>
          <a:xfrm>
            <a:off x="685800" y="4400550"/>
            <a:ext cx="5486400" cy="3600450"/>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22" name="Footer Placeholder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lang="en-IN"/>
          </a:p>
        </p:txBody>
      </p:sp>
      <p:sp>
        <p:nvSpPr>
          <p:cNvPr id="1048723" name="Slide Number Placeholder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20C988AE-0DCE-4952-B812-6B8BB184A465}" type="slidenum">
              <a:rPr lang="en-IN" smtClean="0"/>
              <a:t>‹#›</a:t>
            </a:fld>
            <a:endParaRPr lang="en-I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597" name="Slide Image Placeholder 1"/>
          <p:cNvSpPr>
            <a:spLocks noChangeAspect="1" noRot="1" noGrp="1"/>
          </p:cNvSpPr>
          <p:nvPr>
            <p:ph type="sldImg"/>
          </p:nvPr>
        </p:nvSpPr>
        <p:spPr/>
      </p:sp>
      <p:sp>
        <p:nvSpPr>
          <p:cNvPr id="1048598" name="Notes Placeholder 2"/>
          <p:cNvSpPr>
            <a:spLocks noGrp="1"/>
          </p:cNvSpPr>
          <p:nvPr>
            <p:ph type="body" idx="1"/>
          </p:nvPr>
        </p:nvSpPr>
        <p:spPr/>
        <p:txBody>
          <a:bodyPr/>
          <a:p>
            <a:endParaRPr dirty="0" lang="en-IN"/>
          </a:p>
        </p:txBody>
      </p:sp>
      <p:sp>
        <p:nvSpPr>
          <p:cNvPr id="1048599" name="Slide Number Placeholder 3"/>
          <p:cNvSpPr>
            <a:spLocks noGrp="1"/>
          </p:cNvSpPr>
          <p:nvPr>
            <p:ph type="sldNum" sz="quarter" idx="5"/>
          </p:nvPr>
        </p:nvSpPr>
        <p:spPr/>
        <p:txBody>
          <a:bodyPr/>
          <a:p>
            <a:fld id="{20C988AE-0DCE-4952-B812-6B8BB184A465}" type="slidenum">
              <a:rPr lang="en-IN" smtClean="0"/>
              <a:t>3</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03" name="Slide Image Placeholder 1"/>
          <p:cNvSpPr>
            <a:spLocks noChangeAspect="1" noRot="1" noGrp="1"/>
          </p:cNvSpPr>
          <p:nvPr>
            <p:ph type="sldImg"/>
          </p:nvPr>
        </p:nvSpPr>
        <p:spPr/>
      </p:sp>
      <p:sp>
        <p:nvSpPr>
          <p:cNvPr id="1048604" name="Notes Placeholder 2"/>
          <p:cNvSpPr>
            <a:spLocks noGrp="1"/>
          </p:cNvSpPr>
          <p:nvPr>
            <p:ph type="body" idx="1"/>
          </p:nvPr>
        </p:nvSpPr>
        <p:spPr/>
        <p:txBody>
          <a:bodyPr/>
          <a:p>
            <a:endParaRPr dirty="0" lang="en-IN"/>
          </a:p>
        </p:txBody>
      </p:sp>
      <p:sp>
        <p:nvSpPr>
          <p:cNvPr id="1048605" name="Slide Number Placeholder 3"/>
          <p:cNvSpPr>
            <a:spLocks noGrp="1"/>
          </p:cNvSpPr>
          <p:nvPr>
            <p:ph type="sldNum" sz="quarter" idx="5"/>
          </p:nvPr>
        </p:nvSpPr>
        <p:spPr/>
        <p:txBody>
          <a:bodyPr/>
          <a:p>
            <a:fld id="{20C988AE-0DCE-4952-B812-6B8BB184A465}" type="slidenum">
              <a:rPr lang="en-IN" smtClean="0"/>
              <a:t>4</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609" name="Slide Image Placeholder 1"/>
          <p:cNvSpPr>
            <a:spLocks noChangeAspect="1" noRot="1" noGrp="1"/>
          </p:cNvSpPr>
          <p:nvPr>
            <p:ph type="sldImg"/>
          </p:nvPr>
        </p:nvSpPr>
        <p:spPr/>
      </p:sp>
      <p:sp>
        <p:nvSpPr>
          <p:cNvPr id="1048610" name="Notes Placeholder 2"/>
          <p:cNvSpPr>
            <a:spLocks noGrp="1"/>
          </p:cNvSpPr>
          <p:nvPr>
            <p:ph type="body" idx="1"/>
          </p:nvPr>
        </p:nvSpPr>
        <p:spPr/>
        <p:txBody>
          <a:bodyPr/>
          <a:p>
            <a:endParaRPr dirty="0" lang="en-IN"/>
          </a:p>
        </p:txBody>
      </p:sp>
      <p:sp>
        <p:nvSpPr>
          <p:cNvPr id="1048611" name="Slide Number Placeholder 3"/>
          <p:cNvSpPr>
            <a:spLocks noGrp="1"/>
          </p:cNvSpPr>
          <p:nvPr>
            <p:ph type="sldNum" sz="quarter" idx="5"/>
          </p:nvPr>
        </p:nvSpPr>
        <p:spPr/>
        <p:txBody>
          <a:bodyPr/>
          <a:p>
            <a:fld id="{20C988AE-0DCE-4952-B812-6B8BB184A465}" type="slidenum">
              <a:rPr lang="en-IN" smtClean="0"/>
              <a:t>5</a:t>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615" name="Slide Image Placeholder 1"/>
          <p:cNvSpPr>
            <a:spLocks noChangeAspect="1" noRot="1" noGrp="1"/>
          </p:cNvSpPr>
          <p:nvPr>
            <p:ph type="sldImg"/>
          </p:nvPr>
        </p:nvSpPr>
        <p:spPr/>
      </p:sp>
      <p:sp>
        <p:nvSpPr>
          <p:cNvPr id="1048616" name="Notes Placeholder 2"/>
          <p:cNvSpPr>
            <a:spLocks noGrp="1"/>
          </p:cNvSpPr>
          <p:nvPr>
            <p:ph type="body" idx="1"/>
          </p:nvPr>
        </p:nvSpPr>
        <p:spPr/>
        <p:txBody>
          <a:bodyPr/>
          <a:p>
            <a:endParaRPr dirty="0" lang="en-IN"/>
          </a:p>
        </p:txBody>
      </p:sp>
      <p:sp>
        <p:nvSpPr>
          <p:cNvPr id="1048617" name="Slide Number Placeholder 3"/>
          <p:cNvSpPr>
            <a:spLocks noGrp="1"/>
          </p:cNvSpPr>
          <p:nvPr>
            <p:ph type="sldNum" sz="quarter" idx="5"/>
          </p:nvPr>
        </p:nvSpPr>
        <p:spPr/>
        <p:txBody>
          <a:bodyPr/>
          <a:p>
            <a:fld id="{20C988AE-0DCE-4952-B812-6B8BB184A465}" type="slidenum">
              <a:rPr lang="en-IN" smtClean="0"/>
              <a:t>6</a:t>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30" name="Slide Image Placeholder 1"/>
          <p:cNvSpPr>
            <a:spLocks noChangeAspect="1" noRot="1" noGrp="1"/>
          </p:cNvSpPr>
          <p:nvPr>
            <p:ph type="sldImg"/>
          </p:nvPr>
        </p:nvSpPr>
        <p:spPr/>
      </p:sp>
      <p:sp>
        <p:nvSpPr>
          <p:cNvPr id="1048631" name="Notes Placeholder 2"/>
          <p:cNvSpPr>
            <a:spLocks noGrp="1"/>
          </p:cNvSpPr>
          <p:nvPr>
            <p:ph type="body" idx="1"/>
          </p:nvPr>
        </p:nvSpPr>
        <p:spPr/>
        <p:txBody>
          <a:bodyPr/>
          <a:p>
            <a:endParaRPr dirty="0" lang="en-US"/>
          </a:p>
        </p:txBody>
      </p:sp>
      <p:sp>
        <p:nvSpPr>
          <p:cNvPr id="1048632" name="Slide Number Placeholder 3"/>
          <p:cNvSpPr>
            <a:spLocks noGrp="1"/>
          </p:cNvSpPr>
          <p:nvPr>
            <p:ph type="sldNum" sz="quarter" idx="10"/>
          </p:nvPr>
        </p:nvSpPr>
        <p:spPr/>
        <p:txBody>
          <a:bodyPr/>
          <a:p>
            <a:fld id="{20C988AE-0DCE-4952-B812-6B8BB184A465}" type="slidenum">
              <a:rPr lang="en-IN" smtClean="0"/>
              <a:t>10</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66" name=""/>
        <p:cNvGrpSpPr/>
        <p:nvPr/>
      </p:nvGrpSpPr>
      <p:grpSpPr>
        <a:xfrm>
          <a:off x="0" y="0"/>
          <a:ext cx="0" cy="0"/>
          <a:chOff x="0" y="0"/>
          <a:chExt cx="0" cy="0"/>
        </a:xfrm>
      </p:grpSpPr>
      <p:sp>
        <p:nvSpPr>
          <p:cNvPr id="1048668"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1048669" name="Subtitle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endParaRPr lang="en-IN"/>
          </a:p>
        </p:txBody>
      </p:sp>
      <p:sp>
        <p:nvSpPr>
          <p:cNvPr id="1048670" name="Date Placeholder 3"/>
          <p:cNvSpPr>
            <a:spLocks noGrp="1"/>
          </p:cNvSpPr>
          <p:nvPr>
            <p:ph type="dt" sz="half" idx="10"/>
          </p:nvPr>
        </p:nvSpPr>
        <p:spPr/>
        <p:txBody>
          <a:bodyPr/>
          <a:p>
            <a:fld id="{A512F380-E859-4A6A-AD92-25A76298EFEF}" type="datetimeFigureOut">
              <a:rPr lang="en-IN" smtClean="0"/>
              <a:t>24/04/2026</a:t>
            </a:fld>
            <a:endParaRPr lang="en-IN"/>
          </a:p>
        </p:txBody>
      </p:sp>
      <p:sp>
        <p:nvSpPr>
          <p:cNvPr id="1048671" name="Footer Placeholder 4"/>
          <p:cNvSpPr>
            <a:spLocks noGrp="1"/>
          </p:cNvSpPr>
          <p:nvPr>
            <p:ph type="ftr" sz="quarter" idx="11"/>
          </p:nvPr>
        </p:nvSpPr>
        <p:spPr/>
        <p:txBody>
          <a:bodyPr/>
          <a:p>
            <a:endParaRPr lang="en-IN"/>
          </a:p>
        </p:txBody>
      </p:sp>
      <p:sp>
        <p:nvSpPr>
          <p:cNvPr id="1048672" name="Slide Number Placeholder 5"/>
          <p:cNvSpPr>
            <a:spLocks noGrp="1"/>
          </p:cNvSpPr>
          <p:nvPr>
            <p:ph type="sldNum" sz="quarter" idx="12"/>
          </p:nvPr>
        </p:nvSpPr>
        <p:spPr/>
        <p:txBody>
          <a:bodyPr/>
          <a:p>
            <a:fld id="{36D60EFC-89D2-4B20-B2BF-1D5FA322B792}"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24" name=""/>
        <p:cNvGrpSpPr/>
        <p:nvPr/>
      </p:nvGrpSpPr>
      <p:grpSpPr>
        <a:xfrm>
          <a:off x="0" y="0"/>
          <a:ext cx="0" cy="0"/>
          <a:chOff x="0" y="0"/>
          <a:chExt cx="0" cy="0"/>
        </a:xfrm>
      </p:grpSpPr>
      <p:sp>
        <p:nvSpPr>
          <p:cNvPr id="1048581" name="Title 1"/>
          <p:cNvSpPr>
            <a:spLocks noGrp="1"/>
          </p:cNvSpPr>
          <p:nvPr>
            <p:ph type="title"/>
          </p:nvPr>
        </p:nvSpPr>
        <p:spPr/>
        <p:txBody>
          <a:bodyPr/>
          <a:p>
            <a:r>
              <a:rPr lang="en-US"/>
              <a:t>Click to edit Master title style</a:t>
            </a:r>
            <a:endParaRPr lang="en-IN"/>
          </a:p>
        </p:txBody>
      </p:sp>
      <p:sp>
        <p:nvSpPr>
          <p:cNvPr id="1048582" name="Content Placeholder 2"/>
          <p:cNvSpPr>
            <a:spLocks noGrp="1"/>
          </p:cNvSpPr>
          <p:nvPr>
            <p:ph idx="1"/>
          </p:nvPr>
        </p:nvSpPr>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83" name="Date Placeholder 3"/>
          <p:cNvSpPr>
            <a:spLocks noGrp="1"/>
          </p:cNvSpPr>
          <p:nvPr>
            <p:ph type="dt" sz="half" idx="10"/>
          </p:nvPr>
        </p:nvSpPr>
        <p:spPr/>
        <p:txBody>
          <a:bodyPr/>
          <a:p>
            <a:fld id="{A512F380-E859-4A6A-AD92-25A76298EFEF}" type="datetimeFigureOut">
              <a:rPr lang="en-IN" smtClean="0"/>
              <a:t>24/04/2026</a:t>
            </a:fld>
            <a:endParaRPr lang="en-IN"/>
          </a:p>
        </p:txBody>
      </p:sp>
      <p:sp>
        <p:nvSpPr>
          <p:cNvPr id="1048584" name="Footer Placeholder 4"/>
          <p:cNvSpPr>
            <a:spLocks noGrp="1"/>
          </p:cNvSpPr>
          <p:nvPr>
            <p:ph type="ftr" sz="quarter" idx="11"/>
          </p:nvPr>
        </p:nvSpPr>
        <p:spPr/>
        <p:txBody>
          <a:bodyPr/>
          <a:p>
            <a:endParaRPr lang="en-IN"/>
          </a:p>
        </p:txBody>
      </p:sp>
      <p:sp>
        <p:nvSpPr>
          <p:cNvPr id="1048585" name="Slide Number Placeholder 5"/>
          <p:cNvSpPr>
            <a:spLocks noGrp="1"/>
          </p:cNvSpPr>
          <p:nvPr>
            <p:ph type="sldNum" sz="quarter" idx="12"/>
          </p:nvPr>
        </p:nvSpPr>
        <p:spPr/>
        <p:txBody>
          <a:bodyPr/>
          <a:p>
            <a:fld id="{36D60EFC-89D2-4B20-B2BF-1D5FA322B792}"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71" name=""/>
        <p:cNvGrpSpPr/>
        <p:nvPr/>
      </p:nvGrpSpPr>
      <p:grpSpPr>
        <a:xfrm>
          <a:off x="0" y="0"/>
          <a:ext cx="0" cy="0"/>
          <a:chOff x="0" y="0"/>
          <a:chExt cx="0" cy="0"/>
        </a:xfrm>
      </p:grpSpPr>
      <p:sp>
        <p:nvSpPr>
          <p:cNvPr id="1048693"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1048694" name="Text Placeholder 2"/>
          <p:cNvSpPr>
            <a:spLocks noGrp="1"/>
          </p:cNvSpPr>
          <p:nvPr>
            <p:ph type="body" idx="1"/>
          </p:nvPr>
        </p:nvSpPr>
        <p:spPr>
          <a:xfrm>
            <a:off x="831850" y="4589463"/>
            <a:ext cx="10515600" cy="1500187"/>
          </a:xfrm>
        </p:spPr>
        <p:txBody>
          <a:bodyPr/>
          <a:lstStyle>
            <a:lvl1pPr indent="0" marL="0">
              <a:buNone/>
              <a:defRPr sz="2400">
                <a:solidFill>
                  <a:schemeClr val="tx1">
                    <a:tint val="82000"/>
                  </a:schemeClr>
                </a:solidFill>
              </a:defRPr>
            </a:lvl1pPr>
            <a:lvl2pPr indent="0" marL="457200">
              <a:buNone/>
              <a:defRPr sz="2000">
                <a:solidFill>
                  <a:schemeClr val="tx1">
                    <a:tint val="82000"/>
                  </a:schemeClr>
                </a:solidFill>
              </a:defRPr>
            </a:lvl2pPr>
            <a:lvl3pPr indent="0" marL="914400">
              <a:buNone/>
              <a:defRPr sz="1800">
                <a:solidFill>
                  <a:schemeClr val="tx1">
                    <a:tint val="82000"/>
                  </a:schemeClr>
                </a:solidFill>
              </a:defRPr>
            </a:lvl3pPr>
            <a:lvl4pPr indent="0" marL="1371600">
              <a:buNone/>
              <a:defRPr sz="1600">
                <a:solidFill>
                  <a:schemeClr val="tx1">
                    <a:tint val="82000"/>
                  </a:schemeClr>
                </a:solidFill>
              </a:defRPr>
            </a:lvl4pPr>
            <a:lvl5pPr indent="0" marL="1828800">
              <a:buNone/>
              <a:defRPr sz="1600">
                <a:solidFill>
                  <a:schemeClr val="tx1">
                    <a:tint val="82000"/>
                  </a:schemeClr>
                </a:solidFill>
              </a:defRPr>
            </a:lvl5pPr>
            <a:lvl6pPr indent="0" marL="2286000">
              <a:buNone/>
              <a:defRPr sz="1600">
                <a:solidFill>
                  <a:schemeClr val="tx1">
                    <a:tint val="82000"/>
                  </a:schemeClr>
                </a:solidFill>
              </a:defRPr>
            </a:lvl6pPr>
            <a:lvl7pPr indent="0" marL="2743200">
              <a:buNone/>
              <a:defRPr sz="1600">
                <a:solidFill>
                  <a:schemeClr val="tx1">
                    <a:tint val="82000"/>
                  </a:schemeClr>
                </a:solidFill>
              </a:defRPr>
            </a:lvl7pPr>
            <a:lvl8pPr indent="0" marL="3200400">
              <a:buNone/>
              <a:defRPr sz="1600">
                <a:solidFill>
                  <a:schemeClr val="tx1">
                    <a:tint val="82000"/>
                  </a:schemeClr>
                </a:solidFill>
              </a:defRPr>
            </a:lvl8pPr>
            <a:lvl9pPr indent="0" marL="3657600">
              <a:buNone/>
              <a:defRPr sz="1600">
                <a:solidFill>
                  <a:schemeClr val="tx1">
                    <a:tint val="82000"/>
                  </a:schemeClr>
                </a:solidFill>
              </a:defRPr>
            </a:lvl9pPr>
          </a:lstStyle>
          <a:p>
            <a:pPr lvl="0"/>
            <a:r>
              <a:rPr lang="en-US"/>
              <a:t>Click to edit Master text styles</a:t>
            </a:r>
          </a:p>
        </p:txBody>
      </p:sp>
      <p:sp>
        <p:nvSpPr>
          <p:cNvPr id="1048695" name="Date Placeholder 3"/>
          <p:cNvSpPr>
            <a:spLocks noGrp="1"/>
          </p:cNvSpPr>
          <p:nvPr>
            <p:ph type="dt" sz="half" idx="10"/>
          </p:nvPr>
        </p:nvSpPr>
        <p:spPr/>
        <p:txBody>
          <a:bodyPr/>
          <a:p>
            <a:fld id="{A512F380-E859-4A6A-AD92-25A76298EFEF}" type="datetimeFigureOut">
              <a:rPr lang="en-IN" smtClean="0"/>
              <a:t>24/04/2026</a:t>
            </a:fld>
            <a:endParaRPr lang="en-IN"/>
          </a:p>
        </p:txBody>
      </p:sp>
      <p:sp>
        <p:nvSpPr>
          <p:cNvPr id="1048696" name="Footer Placeholder 4"/>
          <p:cNvSpPr>
            <a:spLocks noGrp="1"/>
          </p:cNvSpPr>
          <p:nvPr>
            <p:ph type="ftr" sz="quarter" idx="11"/>
          </p:nvPr>
        </p:nvSpPr>
        <p:spPr/>
        <p:txBody>
          <a:bodyPr/>
          <a:p>
            <a:endParaRPr lang="en-IN"/>
          </a:p>
        </p:txBody>
      </p:sp>
      <p:sp>
        <p:nvSpPr>
          <p:cNvPr id="1048697" name="Slide Number Placeholder 5"/>
          <p:cNvSpPr>
            <a:spLocks noGrp="1"/>
          </p:cNvSpPr>
          <p:nvPr>
            <p:ph type="sldNum" sz="quarter" idx="12"/>
          </p:nvPr>
        </p:nvSpPr>
        <p:spPr/>
        <p:txBody>
          <a:bodyPr/>
          <a:p>
            <a:fld id="{36D60EFC-89D2-4B20-B2BF-1D5FA322B792}"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72" name=""/>
        <p:cNvGrpSpPr/>
        <p:nvPr/>
      </p:nvGrpSpPr>
      <p:grpSpPr>
        <a:xfrm>
          <a:off x="0" y="0"/>
          <a:ext cx="0" cy="0"/>
          <a:chOff x="0" y="0"/>
          <a:chExt cx="0" cy="0"/>
        </a:xfrm>
      </p:grpSpPr>
      <p:sp>
        <p:nvSpPr>
          <p:cNvPr id="1048698" name="Title 1"/>
          <p:cNvSpPr>
            <a:spLocks noGrp="1"/>
          </p:cNvSpPr>
          <p:nvPr>
            <p:ph type="title"/>
          </p:nvPr>
        </p:nvSpPr>
        <p:spPr/>
        <p:txBody>
          <a:bodyPr/>
          <a:p>
            <a:r>
              <a:rPr lang="en-US"/>
              <a:t>Click to edit Master title style</a:t>
            </a:r>
            <a:endParaRPr lang="en-IN"/>
          </a:p>
        </p:txBody>
      </p:sp>
      <p:sp>
        <p:nvSpPr>
          <p:cNvPr id="1048699" name="Content Placeholder 2"/>
          <p:cNvSpPr>
            <a:spLocks noGrp="1"/>
          </p:cNvSpPr>
          <p:nvPr>
            <p:ph sz="half" idx="1"/>
          </p:nvPr>
        </p:nvSpPr>
        <p:spPr>
          <a:xfrm>
            <a:off x="838200" y="1825625"/>
            <a:ext cx="5181600" cy="435133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0" name="Content Placeholder 3"/>
          <p:cNvSpPr>
            <a:spLocks noGrp="1"/>
          </p:cNvSpPr>
          <p:nvPr>
            <p:ph sz="half" idx="2"/>
          </p:nvPr>
        </p:nvSpPr>
        <p:spPr>
          <a:xfrm>
            <a:off x="6172200" y="1825625"/>
            <a:ext cx="5181600" cy="435133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1" name="Date Placeholder 4"/>
          <p:cNvSpPr>
            <a:spLocks noGrp="1"/>
          </p:cNvSpPr>
          <p:nvPr>
            <p:ph type="dt" sz="half" idx="10"/>
          </p:nvPr>
        </p:nvSpPr>
        <p:spPr/>
        <p:txBody>
          <a:bodyPr/>
          <a:p>
            <a:fld id="{A512F380-E859-4A6A-AD92-25A76298EFEF}" type="datetimeFigureOut">
              <a:rPr lang="en-IN" smtClean="0"/>
              <a:t>24/04/2026</a:t>
            </a:fld>
            <a:endParaRPr lang="en-IN"/>
          </a:p>
        </p:txBody>
      </p:sp>
      <p:sp>
        <p:nvSpPr>
          <p:cNvPr id="1048702" name="Footer Placeholder 5"/>
          <p:cNvSpPr>
            <a:spLocks noGrp="1"/>
          </p:cNvSpPr>
          <p:nvPr>
            <p:ph type="ftr" sz="quarter" idx="11"/>
          </p:nvPr>
        </p:nvSpPr>
        <p:spPr/>
        <p:txBody>
          <a:bodyPr/>
          <a:p>
            <a:endParaRPr lang="en-IN"/>
          </a:p>
        </p:txBody>
      </p:sp>
      <p:sp>
        <p:nvSpPr>
          <p:cNvPr id="1048703" name="Slide Number Placeholder 6"/>
          <p:cNvSpPr>
            <a:spLocks noGrp="1"/>
          </p:cNvSpPr>
          <p:nvPr>
            <p:ph type="sldNum" sz="quarter" idx="12"/>
          </p:nvPr>
        </p:nvSpPr>
        <p:spPr/>
        <p:txBody>
          <a:bodyPr/>
          <a:p>
            <a:fld id="{36D60EFC-89D2-4B20-B2BF-1D5FA322B792}"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73" name=""/>
        <p:cNvGrpSpPr/>
        <p:nvPr/>
      </p:nvGrpSpPr>
      <p:grpSpPr>
        <a:xfrm>
          <a:off x="0" y="0"/>
          <a:ext cx="0" cy="0"/>
          <a:chOff x="0" y="0"/>
          <a:chExt cx="0" cy="0"/>
        </a:xfrm>
      </p:grpSpPr>
      <p:sp>
        <p:nvSpPr>
          <p:cNvPr id="1048704" name="Title 1"/>
          <p:cNvSpPr>
            <a:spLocks noGrp="1"/>
          </p:cNvSpPr>
          <p:nvPr>
            <p:ph type="title"/>
          </p:nvPr>
        </p:nvSpPr>
        <p:spPr>
          <a:xfrm>
            <a:off x="839788" y="365125"/>
            <a:ext cx="10515600" cy="1325563"/>
          </a:xfrm>
        </p:spPr>
        <p:txBody>
          <a:bodyPr/>
          <a:p>
            <a:r>
              <a:rPr lang="en-US"/>
              <a:t>Click to edit Master title style</a:t>
            </a:r>
            <a:endParaRPr lang="en-IN"/>
          </a:p>
        </p:txBody>
      </p:sp>
      <p:sp>
        <p:nvSpPr>
          <p:cNvPr id="1048705" name="Text Placeholder 2"/>
          <p:cNvSpPr>
            <a:spLocks noGrp="1"/>
          </p:cNvSpPr>
          <p:nvPr>
            <p:ph type="body" idx="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06" name="Content Placeholder 3"/>
          <p:cNvSpPr>
            <a:spLocks noGrp="1"/>
          </p:cNvSpPr>
          <p:nvPr>
            <p:ph sz="half" idx="2"/>
          </p:nvPr>
        </p:nvSpPr>
        <p:spPr>
          <a:xfrm>
            <a:off x="839788" y="2505075"/>
            <a:ext cx="5157787" cy="368458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7" name="Text Placeholder 4"/>
          <p:cNvSpPr>
            <a:spLocks noGrp="1"/>
          </p:cNvSpPr>
          <p:nvPr>
            <p:ph type="body" sz="quarter" idx="3"/>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08" name="Content Placeholder 5"/>
          <p:cNvSpPr>
            <a:spLocks noGrp="1"/>
          </p:cNvSpPr>
          <p:nvPr>
            <p:ph sz="quarter" idx="4"/>
          </p:nvPr>
        </p:nvSpPr>
        <p:spPr>
          <a:xfrm>
            <a:off x="6172200" y="2505075"/>
            <a:ext cx="5183188" cy="368458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9" name="Date Placeholder 6"/>
          <p:cNvSpPr>
            <a:spLocks noGrp="1"/>
          </p:cNvSpPr>
          <p:nvPr>
            <p:ph type="dt" sz="half" idx="10"/>
          </p:nvPr>
        </p:nvSpPr>
        <p:spPr/>
        <p:txBody>
          <a:bodyPr/>
          <a:p>
            <a:fld id="{A512F380-E859-4A6A-AD92-25A76298EFEF}" type="datetimeFigureOut">
              <a:rPr lang="en-IN" smtClean="0"/>
              <a:t>24/04/2026</a:t>
            </a:fld>
            <a:endParaRPr lang="en-IN"/>
          </a:p>
        </p:txBody>
      </p:sp>
      <p:sp>
        <p:nvSpPr>
          <p:cNvPr id="1048710" name="Footer Placeholder 7"/>
          <p:cNvSpPr>
            <a:spLocks noGrp="1"/>
          </p:cNvSpPr>
          <p:nvPr>
            <p:ph type="ftr" sz="quarter" idx="11"/>
          </p:nvPr>
        </p:nvSpPr>
        <p:spPr/>
        <p:txBody>
          <a:bodyPr/>
          <a:p>
            <a:endParaRPr lang="en-IN"/>
          </a:p>
        </p:txBody>
      </p:sp>
      <p:sp>
        <p:nvSpPr>
          <p:cNvPr id="1048711" name="Slide Number Placeholder 8"/>
          <p:cNvSpPr>
            <a:spLocks noGrp="1"/>
          </p:cNvSpPr>
          <p:nvPr>
            <p:ph type="sldNum" sz="quarter" idx="12"/>
          </p:nvPr>
        </p:nvSpPr>
        <p:spPr/>
        <p:txBody>
          <a:bodyPr/>
          <a:p>
            <a:fld id="{36D60EFC-89D2-4B20-B2BF-1D5FA322B792}"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67" name=""/>
        <p:cNvGrpSpPr/>
        <p:nvPr/>
      </p:nvGrpSpPr>
      <p:grpSpPr>
        <a:xfrm>
          <a:off x="0" y="0"/>
          <a:ext cx="0" cy="0"/>
          <a:chOff x="0" y="0"/>
          <a:chExt cx="0" cy="0"/>
        </a:xfrm>
      </p:grpSpPr>
      <p:sp>
        <p:nvSpPr>
          <p:cNvPr id="1048673" name="Title 1"/>
          <p:cNvSpPr>
            <a:spLocks noGrp="1"/>
          </p:cNvSpPr>
          <p:nvPr>
            <p:ph type="title"/>
          </p:nvPr>
        </p:nvSpPr>
        <p:spPr/>
        <p:txBody>
          <a:bodyPr/>
          <a:p>
            <a:r>
              <a:rPr lang="en-US"/>
              <a:t>Click to edit Master title style</a:t>
            </a:r>
            <a:endParaRPr lang="en-IN"/>
          </a:p>
        </p:txBody>
      </p:sp>
      <p:sp>
        <p:nvSpPr>
          <p:cNvPr id="1048674" name="Date Placeholder 2"/>
          <p:cNvSpPr>
            <a:spLocks noGrp="1"/>
          </p:cNvSpPr>
          <p:nvPr>
            <p:ph type="dt" sz="half" idx="10"/>
          </p:nvPr>
        </p:nvSpPr>
        <p:spPr/>
        <p:txBody>
          <a:bodyPr/>
          <a:p>
            <a:fld id="{A512F380-E859-4A6A-AD92-25A76298EFEF}" type="datetimeFigureOut">
              <a:rPr lang="en-IN" smtClean="0"/>
              <a:t>24/04/2026</a:t>
            </a:fld>
            <a:endParaRPr lang="en-IN"/>
          </a:p>
        </p:txBody>
      </p:sp>
      <p:sp>
        <p:nvSpPr>
          <p:cNvPr id="1048675" name="Footer Placeholder 3"/>
          <p:cNvSpPr>
            <a:spLocks noGrp="1"/>
          </p:cNvSpPr>
          <p:nvPr>
            <p:ph type="ftr" sz="quarter" idx="11"/>
          </p:nvPr>
        </p:nvSpPr>
        <p:spPr/>
        <p:txBody>
          <a:bodyPr/>
          <a:p>
            <a:endParaRPr lang="en-IN"/>
          </a:p>
        </p:txBody>
      </p:sp>
      <p:sp>
        <p:nvSpPr>
          <p:cNvPr id="1048676" name="Slide Number Placeholder 4"/>
          <p:cNvSpPr>
            <a:spLocks noGrp="1"/>
          </p:cNvSpPr>
          <p:nvPr>
            <p:ph type="sldNum" sz="quarter" idx="12"/>
          </p:nvPr>
        </p:nvSpPr>
        <p:spPr/>
        <p:txBody>
          <a:bodyPr/>
          <a:p>
            <a:fld id="{36D60EFC-89D2-4B20-B2BF-1D5FA322B792}"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64" name=""/>
        <p:cNvGrpSpPr/>
        <p:nvPr/>
      </p:nvGrpSpPr>
      <p:grpSpPr>
        <a:xfrm>
          <a:off x="0" y="0"/>
          <a:ext cx="0" cy="0"/>
          <a:chOff x="0" y="0"/>
          <a:chExt cx="0" cy="0"/>
        </a:xfrm>
      </p:grpSpPr>
      <p:sp>
        <p:nvSpPr>
          <p:cNvPr id="1048660" name="Date Placeholder 1"/>
          <p:cNvSpPr>
            <a:spLocks noGrp="1"/>
          </p:cNvSpPr>
          <p:nvPr>
            <p:ph type="dt" sz="half" idx="10"/>
          </p:nvPr>
        </p:nvSpPr>
        <p:spPr/>
        <p:txBody>
          <a:bodyPr/>
          <a:p>
            <a:fld id="{A512F380-E859-4A6A-AD92-25A76298EFEF}" type="datetimeFigureOut">
              <a:rPr lang="en-IN" smtClean="0"/>
              <a:t>24/04/2026</a:t>
            </a:fld>
            <a:endParaRPr lang="en-IN"/>
          </a:p>
        </p:txBody>
      </p:sp>
      <p:sp>
        <p:nvSpPr>
          <p:cNvPr id="1048661" name="Footer Placeholder 2"/>
          <p:cNvSpPr>
            <a:spLocks noGrp="1"/>
          </p:cNvSpPr>
          <p:nvPr>
            <p:ph type="ftr" sz="quarter" idx="11"/>
          </p:nvPr>
        </p:nvSpPr>
        <p:spPr/>
        <p:txBody>
          <a:bodyPr/>
          <a:p>
            <a:endParaRPr lang="en-IN"/>
          </a:p>
        </p:txBody>
      </p:sp>
      <p:sp>
        <p:nvSpPr>
          <p:cNvPr id="1048662" name="Slide Number Placeholder 3"/>
          <p:cNvSpPr>
            <a:spLocks noGrp="1"/>
          </p:cNvSpPr>
          <p:nvPr>
            <p:ph type="sldNum" sz="quarter" idx="12"/>
          </p:nvPr>
        </p:nvSpPr>
        <p:spPr/>
        <p:txBody>
          <a:bodyPr/>
          <a:p>
            <a:fld id="{36D60EFC-89D2-4B20-B2BF-1D5FA322B79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74" name=""/>
        <p:cNvGrpSpPr/>
        <p:nvPr/>
      </p:nvGrpSpPr>
      <p:grpSpPr>
        <a:xfrm>
          <a:off x="0" y="0"/>
          <a:ext cx="0" cy="0"/>
          <a:chOff x="0" y="0"/>
          <a:chExt cx="0" cy="0"/>
        </a:xfrm>
      </p:grpSpPr>
      <p:sp>
        <p:nvSpPr>
          <p:cNvPr id="104871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71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14"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715" name="Date Placeholder 4"/>
          <p:cNvSpPr>
            <a:spLocks noGrp="1"/>
          </p:cNvSpPr>
          <p:nvPr>
            <p:ph type="dt" sz="half" idx="10"/>
          </p:nvPr>
        </p:nvSpPr>
        <p:spPr/>
        <p:txBody>
          <a:bodyPr/>
          <a:p>
            <a:fld id="{A512F380-E859-4A6A-AD92-25A76298EFEF}" type="datetimeFigureOut">
              <a:rPr lang="en-IN" smtClean="0"/>
              <a:t>24/04/2026</a:t>
            </a:fld>
            <a:endParaRPr lang="en-IN"/>
          </a:p>
        </p:txBody>
      </p:sp>
      <p:sp>
        <p:nvSpPr>
          <p:cNvPr id="1048716" name="Footer Placeholder 5"/>
          <p:cNvSpPr>
            <a:spLocks noGrp="1"/>
          </p:cNvSpPr>
          <p:nvPr>
            <p:ph type="ftr" sz="quarter" idx="11"/>
          </p:nvPr>
        </p:nvSpPr>
        <p:spPr/>
        <p:txBody>
          <a:bodyPr/>
          <a:p>
            <a:endParaRPr lang="en-IN"/>
          </a:p>
        </p:txBody>
      </p:sp>
      <p:sp>
        <p:nvSpPr>
          <p:cNvPr id="1048717" name="Slide Number Placeholder 6"/>
          <p:cNvSpPr>
            <a:spLocks noGrp="1"/>
          </p:cNvSpPr>
          <p:nvPr>
            <p:ph type="sldNum" sz="quarter" idx="12"/>
          </p:nvPr>
        </p:nvSpPr>
        <p:spPr/>
        <p:txBody>
          <a:bodyPr/>
          <a:p>
            <a:fld id="{36D60EFC-89D2-4B20-B2BF-1D5FA322B792}"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69" name=""/>
        <p:cNvGrpSpPr/>
        <p:nvPr/>
      </p:nvGrpSpPr>
      <p:grpSpPr>
        <a:xfrm>
          <a:off x="0" y="0"/>
          <a:ext cx="0" cy="0"/>
          <a:chOff x="0" y="0"/>
          <a:chExt cx="0" cy="0"/>
        </a:xfrm>
      </p:grpSpPr>
      <p:sp>
        <p:nvSpPr>
          <p:cNvPr id="104868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83" name="Picture Placeholder 2"/>
          <p:cNvSpPr>
            <a:spLocks noGrp="1"/>
          </p:cNvSpPr>
          <p:nvPr>
            <p:ph type="pic" idx="1"/>
          </p:nvPr>
        </p:nvSpPr>
        <p:spPr>
          <a:xfrm>
            <a:off x="5183188" y="987425"/>
            <a:ext cx="6172200" cy="4873625"/>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IN"/>
          </a:p>
        </p:txBody>
      </p:sp>
      <p:sp>
        <p:nvSpPr>
          <p:cNvPr id="1048684"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85" name="Date Placeholder 4"/>
          <p:cNvSpPr>
            <a:spLocks noGrp="1"/>
          </p:cNvSpPr>
          <p:nvPr>
            <p:ph type="dt" sz="half" idx="10"/>
          </p:nvPr>
        </p:nvSpPr>
        <p:spPr/>
        <p:txBody>
          <a:bodyPr/>
          <a:p>
            <a:fld id="{A512F380-E859-4A6A-AD92-25A76298EFEF}" type="datetimeFigureOut">
              <a:rPr lang="en-IN" smtClean="0"/>
              <a:t>24/04/2026</a:t>
            </a:fld>
            <a:endParaRPr lang="en-IN"/>
          </a:p>
        </p:txBody>
      </p:sp>
      <p:sp>
        <p:nvSpPr>
          <p:cNvPr id="1048686" name="Footer Placeholder 5"/>
          <p:cNvSpPr>
            <a:spLocks noGrp="1"/>
          </p:cNvSpPr>
          <p:nvPr>
            <p:ph type="ftr" sz="quarter" idx="11"/>
          </p:nvPr>
        </p:nvSpPr>
        <p:spPr/>
        <p:txBody>
          <a:bodyPr/>
          <a:p>
            <a:endParaRPr lang="en-IN"/>
          </a:p>
        </p:txBody>
      </p:sp>
      <p:sp>
        <p:nvSpPr>
          <p:cNvPr id="1048687" name="Slide Number Placeholder 6"/>
          <p:cNvSpPr>
            <a:spLocks noGrp="1"/>
          </p:cNvSpPr>
          <p:nvPr>
            <p:ph type="sldNum" sz="quarter" idx="12"/>
          </p:nvPr>
        </p:nvSpPr>
        <p:spPr/>
        <p:txBody>
          <a:bodyPr/>
          <a:p>
            <a:fld id="{36D60EFC-89D2-4B20-B2BF-1D5FA322B792}"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70" name=""/>
        <p:cNvGrpSpPr/>
        <p:nvPr/>
      </p:nvGrpSpPr>
      <p:grpSpPr>
        <a:xfrm>
          <a:off x="0" y="0"/>
          <a:ext cx="0" cy="0"/>
          <a:chOff x="0" y="0"/>
          <a:chExt cx="0" cy="0"/>
        </a:xfrm>
      </p:grpSpPr>
      <p:sp>
        <p:nvSpPr>
          <p:cNvPr id="1048688" name="Title 1"/>
          <p:cNvSpPr>
            <a:spLocks noGrp="1"/>
          </p:cNvSpPr>
          <p:nvPr>
            <p:ph type="title"/>
          </p:nvPr>
        </p:nvSpPr>
        <p:spPr/>
        <p:txBody>
          <a:bodyPr/>
          <a:p>
            <a:r>
              <a:rPr lang="en-US"/>
              <a:t>Click to edit Master title style</a:t>
            </a:r>
            <a:endParaRPr lang="en-IN"/>
          </a:p>
        </p:txBody>
      </p:sp>
      <p:sp>
        <p:nvSpPr>
          <p:cNvPr id="1048689" name="Vertical Text Placeholder 2"/>
          <p:cNvSpPr>
            <a:spLocks noGrp="1"/>
          </p:cNvSpPr>
          <p:nvPr>
            <p:ph type="body" orient="vert" idx="1"/>
          </p:nvPr>
        </p:nvSpPr>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90" name="Date Placeholder 3"/>
          <p:cNvSpPr>
            <a:spLocks noGrp="1"/>
          </p:cNvSpPr>
          <p:nvPr>
            <p:ph type="dt" sz="half" idx="10"/>
          </p:nvPr>
        </p:nvSpPr>
        <p:spPr/>
        <p:txBody>
          <a:bodyPr/>
          <a:p>
            <a:fld id="{A512F380-E859-4A6A-AD92-25A76298EFEF}" type="datetimeFigureOut">
              <a:rPr lang="en-IN" smtClean="0"/>
              <a:t>24/04/2026</a:t>
            </a:fld>
            <a:endParaRPr lang="en-IN"/>
          </a:p>
        </p:txBody>
      </p:sp>
      <p:sp>
        <p:nvSpPr>
          <p:cNvPr id="1048691" name="Footer Placeholder 4"/>
          <p:cNvSpPr>
            <a:spLocks noGrp="1"/>
          </p:cNvSpPr>
          <p:nvPr>
            <p:ph type="ftr" sz="quarter" idx="11"/>
          </p:nvPr>
        </p:nvSpPr>
        <p:spPr/>
        <p:txBody>
          <a:bodyPr/>
          <a:p>
            <a:endParaRPr lang="en-IN"/>
          </a:p>
        </p:txBody>
      </p:sp>
      <p:sp>
        <p:nvSpPr>
          <p:cNvPr id="1048692" name="Slide Number Placeholder 5"/>
          <p:cNvSpPr>
            <a:spLocks noGrp="1"/>
          </p:cNvSpPr>
          <p:nvPr>
            <p:ph type="sldNum" sz="quarter" idx="12"/>
          </p:nvPr>
        </p:nvSpPr>
        <p:spPr/>
        <p:txBody>
          <a:bodyPr/>
          <a:p>
            <a:fld id="{36D60EFC-89D2-4B20-B2BF-1D5FA322B792}"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68" name=""/>
        <p:cNvGrpSpPr/>
        <p:nvPr/>
      </p:nvGrpSpPr>
      <p:grpSpPr>
        <a:xfrm>
          <a:off x="0" y="0"/>
          <a:ext cx="0" cy="0"/>
          <a:chOff x="0" y="0"/>
          <a:chExt cx="0" cy="0"/>
        </a:xfrm>
      </p:grpSpPr>
      <p:sp>
        <p:nvSpPr>
          <p:cNvPr id="1048677" name="Vertical Title 1"/>
          <p:cNvSpPr>
            <a:spLocks noGrp="1"/>
          </p:cNvSpPr>
          <p:nvPr>
            <p:ph type="title" orient="vert"/>
          </p:nvPr>
        </p:nvSpPr>
        <p:spPr>
          <a:xfrm>
            <a:off x="8724900" y="365125"/>
            <a:ext cx="2628900" cy="5811838"/>
          </a:xfrm>
        </p:spPr>
        <p:txBody>
          <a:bodyPr vert="eaVert"/>
          <a:p>
            <a:r>
              <a:rPr lang="en-US"/>
              <a:t>Click to edit Master title style</a:t>
            </a:r>
            <a:endParaRPr lang="en-IN"/>
          </a:p>
        </p:txBody>
      </p:sp>
      <p:sp>
        <p:nvSpPr>
          <p:cNvPr id="1048678" name="Vertical Text Placeholder 2"/>
          <p:cNvSpPr>
            <a:spLocks noGrp="1"/>
          </p:cNvSpPr>
          <p:nvPr>
            <p:ph type="body" orient="vert" idx="1"/>
          </p:nvPr>
        </p:nvSpPr>
        <p:spPr>
          <a:xfrm>
            <a:off x="838200" y="365125"/>
            <a:ext cx="7734300" cy="5811838"/>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79" name="Date Placeholder 3"/>
          <p:cNvSpPr>
            <a:spLocks noGrp="1"/>
          </p:cNvSpPr>
          <p:nvPr>
            <p:ph type="dt" sz="half" idx="10"/>
          </p:nvPr>
        </p:nvSpPr>
        <p:spPr/>
        <p:txBody>
          <a:bodyPr/>
          <a:p>
            <a:fld id="{A512F380-E859-4A6A-AD92-25A76298EFEF}" type="datetimeFigureOut">
              <a:rPr lang="en-IN" smtClean="0"/>
              <a:t>24/04/2026</a:t>
            </a:fld>
            <a:endParaRPr lang="en-IN"/>
          </a:p>
        </p:txBody>
      </p:sp>
      <p:sp>
        <p:nvSpPr>
          <p:cNvPr id="1048680" name="Footer Placeholder 4"/>
          <p:cNvSpPr>
            <a:spLocks noGrp="1"/>
          </p:cNvSpPr>
          <p:nvPr>
            <p:ph type="ftr" sz="quarter" idx="11"/>
          </p:nvPr>
        </p:nvSpPr>
        <p:spPr/>
        <p:txBody>
          <a:bodyPr/>
          <a:p>
            <a:endParaRPr lang="en-IN"/>
          </a:p>
        </p:txBody>
      </p:sp>
      <p:sp>
        <p:nvSpPr>
          <p:cNvPr id="1048681" name="Slide Number Placeholder 5"/>
          <p:cNvSpPr>
            <a:spLocks noGrp="1"/>
          </p:cNvSpPr>
          <p:nvPr>
            <p:ph type="sldNum" sz="quarter" idx="12"/>
          </p:nvPr>
        </p:nvSpPr>
        <p:spPr/>
        <p:txBody>
          <a:bodyPr/>
          <a:p>
            <a:fld id="{36D60EFC-89D2-4B20-B2BF-1D5FA322B792}"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2"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p:spPr>
        <p:txBody>
          <a:bodyPr anchor="ctr" bIns="45720" lIns="91440" rIns="91440" rtlCol="0" tIns="45720" vert="horz">
            <a:normAutofit/>
          </a:bodyPr>
          <a:p>
            <a:r>
              <a:rPr lang="en-US"/>
              <a:t>Click to edit Master title style</a:t>
            </a:r>
            <a:endParaRPr lang="en-IN"/>
          </a:p>
        </p:txBody>
      </p:sp>
      <p:sp>
        <p:nvSpPr>
          <p:cNvPr id="1048577" name="Text Placeholder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p:spPr>
        <p:txBody>
          <a:bodyPr anchor="ctr" bIns="45720" lIns="91440" rIns="91440" rtlCol="0" tIns="45720" vert="horz"/>
          <a:lstStyle>
            <a:lvl1pPr algn="l">
              <a:defRPr sz="1200">
                <a:solidFill>
                  <a:schemeClr val="tx1">
                    <a:tint val="82000"/>
                  </a:schemeClr>
                </a:solidFill>
              </a:defRPr>
            </a:lvl1pPr>
          </a:lstStyle>
          <a:p>
            <a:fld id="{A512F380-E859-4A6A-AD92-25A76298EFEF}" type="datetimeFigureOut">
              <a:rPr lang="en-IN" smtClean="0"/>
              <a:t>24/04/2026</a:t>
            </a:fld>
            <a:endParaRPr lang="en-IN"/>
          </a:p>
        </p:txBody>
      </p:sp>
      <p:sp>
        <p:nvSpPr>
          <p:cNvPr id="1048579" name="Footer Placeholder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a:defRPr sz="1200">
                <a:solidFill>
                  <a:schemeClr val="tx1">
                    <a:tint val="82000"/>
                  </a:schemeClr>
                </a:solidFill>
              </a:defRPr>
            </a:lvl1pPr>
          </a:lstStyle>
          <a:p>
            <a:endParaRPr lang="en-IN"/>
          </a:p>
        </p:txBody>
      </p:sp>
      <p:sp>
        <p:nvSpPr>
          <p:cNvPr id="1048580" name="Slide Number Placeholder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a:defRPr sz="1200">
                <a:solidFill>
                  <a:schemeClr val="tx1">
                    <a:tint val="82000"/>
                  </a:schemeClr>
                </a:solidFill>
              </a:defRPr>
            </a:lvl1pPr>
          </a:lstStyle>
          <a:p>
            <a:fld id="{36D60EFC-89D2-4B20-B2BF-1D5FA322B792}" type="slidenum">
              <a:rPr lang="en-IN" smtClean="0"/>
              <a:t>‹#›</a:t>
            </a:fld>
            <a:endParaRPr lang="en-IN"/>
          </a:p>
        </p:txBody>
      </p:sp>
    </p:spTree>
  </p:cSld>
  <p:clrMap accent1="accent1" accent2="accent2" accent3="accent3" accent4="accent4" accent5="accent5" accent6="accent6" bg1="lt1" bg2="lt2" tx1="dk1" tx2="dk2"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5.jpe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6.jpeg"/><Relationship Id="rId3"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7.jpeg"/><Relationship Id="rId3"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8.jpeg"/><Relationship Id="rId3"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9.jpe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0.jpeg"/><Relationship Id="rId3"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1.jpeg"/><Relationship Id="rId3"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2.jpeg"/><Relationship Id="rId3"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3.png"/><Relationship Id="rId3"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4.jpeg"/><Relationship Id="rId3"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5.jpeg"/><Relationship Id="rId3"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6.jpeg"/><Relationship Id="rId3"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hyperlink" Target="https://www.geeksforgeeks.org/systemdesign/online-learning-management-system-srs/" TargetMode="External"/><Relationship Id="rId3" Type="http://schemas.openxmlformats.org/officeDocument/2006/relationships/hyperlink" Target="https://ieeexplore.ieee.org/document/5492522" TargetMode="External"/><Relationship Id="rId4" Type="http://schemas.openxmlformats.org/officeDocument/2006/relationships/hyperlink" Target="https://www.freeprojectz.com/uml-diagram/e-learning-management-system-uml-diagram" TargetMode="External"/><Relationship Id="rId5"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86" name="object 2"/>
          <p:cNvSpPr/>
          <p:nvPr/>
        </p:nvSpPr>
        <p:spPr>
          <a:xfrm>
            <a:off x="255905" y="-12123"/>
            <a:ext cx="11680190" cy="6510942"/>
          </a:xfrm>
          <a:custGeom>
            <a:avLst/>
            <a:ahLst/>
            <a:rect l="l" t="t" r="r" b="b"/>
            <a:pathLst>
              <a:path w="17520285" h="9497695">
                <a:moveTo>
                  <a:pt x="17519975" y="9497520"/>
                </a:moveTo>
                <a:lnTo>
                  <a:pt x="0" y="9497520"/>
                </a:lnTo>
                <a:lnTo>
                  <a:pt x="0" y="0"/>
                </a:lnTo>
                <a:lnTo>
                  <a:pt x="17519975" y="0"/>
                </a:lnTo>
                <a:lnTo>
                  <a:pt x="17519975" y="9497520"/>
                </a:lnTo>
                <a:close/>
              </a:path>
            </a:pathLst>
          </a:custGeom>
          <a:solidFill>
            <a:srgbClr val="D14625"/>
          </a:solidFill>
        </p:spPr>
        <p:txBody>
          <a:bodyPr bIns="0" lIns="0" rIns="0" rtlCol="0" tIns="0" wrap="square"/>
          <a:p>
            <a:endParaRPr sz="1200"/>
          </a:p>
        </p:txBody>
      </p:sp>
      <p:sp>
        <p:nvSpPr>
          <p:cNvPr id="1048587" name="object 4"/>
          <p:cNvSpPr txBox="1"/>
          <p:nvPr/>
        </p:nvSpPr>
        <p:spPr>
          <a:xfrm>
            <a:off x="4987231" y="394065"/>
            <a:ext cx="2477769" cy="208604"/>
          </a:xfrm>
          <a:prstGeom prst="rect"/>
        </p:spPr>
        <p:txBody>
          <a:bodyPr bIns="0" lIns="0" rIns="0" rtlCol="0" tIns="8467" vert="horz" wrap="square">
            <a:spAutoFit/>
          </a:bodyPr>
          <a:p>
            <a:pPr marL="8467">
              <a:spcBef>
                <a:spcPts val="67"/>
              </a:spcBef>
            </a:pPr>
            <a:r>
              <a:rPr b="1" dirty="0" sz="1300" spc="-30">
                <a:latin typeface="Times New Roman"/>
                <a:cs typeface="Times New Roman"/>
              </a:rPr>
              <a:t>Sanjivani</a:t>
            </a:r>
            <a:r>
              <a:rPr b="1" dirty="0" sz="1300" spc="-50">
                <a:latin typeface="Times New Roman"/>
                <a:cs typeface="Times New Roman"/>
              </a:rPr>
              <a:t> </a:t>
            </a:r>
            <a:r>
              <a:rPr b="1" dirty="0" sz="1300" spc="-27">
                <a:latin typeface="Times New Roman"/>
                <a:cs typeface="Times New Roman"/>
              </a:rPr>
              <a:t>Rural</a:t>
            </a:r>
            <a:r>
              <a:rPr b="1" dirty="0" sz="1300" spc="-47">
                <a:latin typeface="Times New Roman"/>
                <a:cs typeface="Times New Roman"/>
              </a:rPr>
              <a:t> </a:t>
            </a:r>
            <a:r>
              <a:rPr b="1" dirty="0" sz="1300" spc="-27">
                <a:latin typeface="Times New Roman"/>
                <a:cs typeface="Times New Roman"/>
              </a:rPr>
              <a:t>Education</a:t>
            </a:r>
            <a:r>
              <a:rPr b="1" dirty="0" sz="1300" spc="-50">
                <a:latin typeface="Times New Roman"/>
                <a:cs typeface="Times New Roman"/>
              </a:rPr>
              <a:t> </a:t>
            </a:r>
            <a:r>
              <a:rPr b="1" dirty="0" sz="1300" spc="-7">
                <a:latin typeface="Times New Roman"/>
                <a:cs typeface="Times New Roman"/>
              </a:rPr>
              <a:t>Society’s</a:t>
            </a:r>
            <a:endParaRPr dirty="0" sz="1300">
              <a:latin typeface="Times New Roman"/>
              <a:cs typeface="Times New Roman"/>
            </a:endParaRPr>
          </a:p>
        </p:txBody>
      </p:sp>
      <p:sp>
        <p:nvSpPr>
          <p:cNvPr id="1048588" name="object 5"/>
          <p:cNvSpPr txBox="1">
            <a:spLocks noGrp="1"/>
          </p:cNvSpPr>
          <p:nvPr>
            <p:ph type="title"/>
          </p:nvPr>
        </p:nvSpPr>
        <p:spPr>
          <a:xfrm>
            <a:off x="2600801" y="585251"/>
            <a:ext cx="8393853" cy="897467"/>
          </a:xfrm>
          <a:prstGeom prst="rect"/>
        </p:spPr>
        <p:txBody>
          <a:bodyPr anchor="ctr" bIns="0" lIns="0" rIns="0" rtlCol="0" tIns="8467" vert="horz" wrap="square">
            <a:spAutoFit/>
          </a:bodyPr>
          <a:p>
            <a:pPr marL="8467">
              <a:lnSpc>
                <a:spcPct val="100000"/>
              </a:lnSpc>
              <a:spcBef>
                <a:spcPts val="67"/>
              </a:spcBef>
            </a:pPr>
            <a:r>
              <a:rPr dirty="0" sz="3000" spc="-63">
                <a:solidFill>
                  <a:srgbClr val="FFFFFF"/>
                </a:solidFill>
              </a:rPr>
              <a:t>Sanjivani</a:t>
            </a:r>
            <a:r>
              <a:rPr dirty="0" sz="3000" spc="-87">
                <a:solidFill>
                  <a:srgbClr val="FFFFFF"/>
                </a:solidFill>
              </a:rPr>
              <a:t> </a:t>
            </a:r>
            <a:r>
              <a:rPr dirty="0" sz="3000">
                <a:solidFill>
                  <a:srgbClr val="FFFFFF"/>
                </a:solidFill>
              </a:rPr>
              <a:t>College</a:t>
            </a:r>
            <a:r>
              <a:rPr dirty="0" sz="3000" spc="-83">
                <a:solidFill>
                  <a:srgbClr val="FFFFFF"/>
                </a:solidFill>
              </a:rPr>
              <a:t> </a:t>
            </a:r>
            <a:r>
              <a:rPr dirty="0" sz="3000">
                <a:solidFill>
                  <a:srgbClr val="FFFFFF"/>
                </a:solidFill>
              </a:rPr>
              <a:t>of</a:t>
            </a:r>
            <a:r>
              <a:rPr dirty="0" sz="3000" spc="-87">
                <a:solidFill>
                  <a:srgbClr val="FFFFFF"/>
                </a:solidFill>
              </a:rPr>
              <a:t> </a:t>
            </a:r>
            <a:r>
              <a:rPr dirty="0" sz="3000" spc="-53">
                <a:solidFill>
                  <a:srgbClr val="FFFFFF"/>
                </a:solidFill>
              </a:rPr>
              <a:t>Engineering,</a:t>
            </a:r>
            <a:r>
              <a:rPr dirty="0" sz="3000" spc="-83">
                <a:solidFill>
                  <a:srgbClr val="FFFFFF"/>
                </a:solidFill>
              </a:rPr>
              <a:t> </a:t>
            </a:r>
            <a:r>
              <a:rPr dirty="0" sz="3000" spc="-80">
                <a:solidFill>
                  <a:srgbClr val="FFFFFF"/>
                </a:solidFill>
              </a:rPr>
              <a:t>Kopargaon-</a:t>
            </a:r>
            <a:r>
              <a:rPr dirty="0" sz="3000" spc="-7">
                <a:solidFill>
                  <a:srgbClr val="FFFFFF"/>
                </a:solidFill>
              </a:rPr>
              <a:t>423603</a:t>
            </a:r>
            <a:endParaRPr dirty="0" sz="3000"/>
          </a:p>
        </p:txBody>
      </p:sp>
      <p:pic>
        <p:nvPicPr>
          <p:cNvPr id="2097152" name="object 6"/>
          <p:cNvPicPr>
            <a:picLocks/>
          </p:cNvPicPr>
          <p:nvPr/>
        </p:nvPicPr>
        <p:blipFill>
          <a:blip xmlns:r="http://schemas.openxmlformats.org/officeDocument/2006/relationships" r:embed="rId1" cstate="print"/>
          <a:stretch>
            <a:fillRect/>
          </a:stretch>
        </p:blipFill>
        <p:spPr>
          <a:xfrm>
            <a:off x="537577" y="534933"/>
            <a:ext cx="1185507" cy="1333499"/>
          </a:xfrm>
          <a:prstGeom prst="rect"/>
        </p:spPr>
      </p:pic>
      <p:sp>
        <p:nvSpPr>
          <p:cNvPr id="1048589" name="object 7"/>
          <p:cNvSpPr txBox="1"/>
          <p:nvPr/>
        </p:nvSpPr>
        <p:spPr>
          <a:xfrm>
            <a:off x="2424641" y="1515868"/>
            <a:ext cx="7342717" cy="3451690"/>
          </a:xfrm>
          <a:prstGeom prst="rect"/>
        </p:spPr>
        <p:txBody>
          <a:bodyPr bIns="0" lIns="0" rIns="0" rtlCol="0" tIns="8467" vert="horz" wrap="square">
            <a:spAutoFit/>
          </a:bodyPr>
          <a:p>
            <a:pPr algn="ctr">
              <a:lnSpc>
                <a:spcPts val="1993"/>
              </a:lnSpc>
              <a:spcBef>
                <a:spcPts val="67"/>
              </a:spcBef>
            </a:pPr>
            <a:r>
              <a:rPr dirty="0" sz="1700" spc="47">
                <a:latin typeface="Times New Roman"/>
                <a:cs typeface="Times New Roman"/>
              </a:rPr>
              <a:t>(An</a:t>
            </a:r>
            <a:r>
              <a:rPr dirty="0" sz="1700" spc="27">
                <a:latin typeface="Times New Roman"/>
                <a:cs typeface="Times New Roman"/>
              </a:rPr>
              <a:t> </a:t>
            </a:r>
            <a:r>
              <a:rPr dirty="0" sz="1700" spc="70">
                <a:latin typeface="Times New Roman"/>
                <a:cs typeface="Times New Roman"/>
              </a:rPr>
              <a:t>Autonomous</a:t>
            </a:r>
            <a:r>
              <a:rPr dirty="0" sz="1700" spc="27">
                <a:latin typeface="Times New Roman"/>
                <a:cs typeface="Times New Roman"/>
              </a:rPr>
              <a:t> </a:t>
            </a:r>
            <a:r>
              <a:rPr dirty="0" sz="1700" spc="50">
                <a:latin typeface="Times New Roman"/>
                <a:cs typeface="Times New Roman"/>
              </a:rPr>
              <a:t>Institute</a:t>
            </a:r>
            <a:r>
              <a:rPr dirty="0" sz="1700" spc="27">
                <a:latin typeface="Times New Roman"/>
                <a:cs typeface="Times New Roman"/>
              </a:rPr>
              <a:t> </a:t>
            </a:r>
            <a:r>
              <a:rPr dirty="0" sz="1700">
                <a:latin typeface="Times New Roman"/>
                <a:cs typeface="Times New Roman"/>
              </a:rPr>
              <a:t>Affiliated</a:t>
            </a:r>
            <a:r>
              <a:rPr dirty="0" sz="1700" spc="30">
                <a:latin typeface="Times New Roman"/>
                <a:cs typeface="Times New Roman"/>
              </a:rPr>
              <a:t> </a:t>
            </a:r>
            <a:r>
              <a:rPr dirty="0" sz="1700" spc="83">
                <a:latin typeface="Times New Roman"/>
                <a:cs typeface="Times New Roman"/>
              </a:rPr>
              <a:t>to</a:t>
            </a:r>
            <a:r>
              <a:rPr dirty="0" sz="1700" spc="27">
                <a:latin typeface="Times New Roman"/>
                <a:cs typeface="Times New Roman"/>
              </a:rPr>
              <a:t> </a:t>
            </a:r>
            <a:r>
              <a:rPr dirty="0" sz="1700" spc="33">
                <a:latin typeface="Times New Roman"/>
                <a:cs typeface="Times New Roman"/>
              </a:rPr>
              <a:t>Savitribai</a:t>
            </a:r>
            <a:r>
              <a:rPr dirty="0" sz="1700" spc="27">
                <a:latin typeface="Times New Roman"/>
                <a:cs typeface="Times New Roman"/>
              </a:rPr>
              <a:t> </a:t>
            </a:r>
            <a:r>
              <a:rPr dirty="0" sz="1700" spc="40">
                <a:latin typeface="Times New Roman"/>
                <a:cs typeface="Times New Roman"/>
              </a:rPr>
              <a:t>Phule</a:t>
            </a:r>
            <a:r>
              <a:rPr dirty="0" sz="1700" spc="27">
                <a:latin typeface="Times New Roman"/>
                <a:cs typeface="Times New Roman"/>
              </a:rPr>
              <a:t> </a:t>
            </a:r>
            <a:r>
              <a:rPr dirty="0" sz="1700" spc="57">
                <a:latin typeface="Times New Roman"/>
                <a:cs typeface="Times New Roman"/>
              </a:rPr>
              <a:t>Pune</a:t>
            </a:r>
            <a:r>
              <a:rPr dirty="0" sz="1700" spc="30">
                <a:latin typeface="Times New Roman"/>
                <a:cs typeface="Times New Roman"/>
              </a:rPr>
              <a:t> </a:t>
            </a:r>
            <a:r>
              <a:rPr dirty="0" sz="1700" spc="33">
                <a:latin typeface="Times New Roman"/>
                <a:cs typeface="Times New Roman"/>
              </a:rPr>
              <a:t>University,</a:t>
            </a:r>
            <a:r>
              <a:rPr dirty="0" sz="1700" spc="27">
                <a:latin typeface="Times New Roman"/>
                <a:cs typeface="Times New Roman"/>
              </a:rPr>
              <a:t> </a:t>
            </a:r>
            <a:r>
              <a:rPr dirty="0" sz="1700" spc="37">
                <a:latin typeface="Times New Roman"/>
                <a:cs typeface="Times New Roman"/>
              </a:rPr>
              <a:t>Pune)</a:t>
            </a:r>
            <a:endParaRPr dirty="0" sz="1700">
              <a:latin typeface="Times New Roman"/>
              <a:cs typeface="Times New Roman"/>
            </a:endParaRPr>
          </a:p>
          <a:p>
            <a:pPr algn="ctr">
              <a:lnSpc>
                <a:spcPts val="2060"/>
              </a:lnSpc>
            </a:pPr>
            <a:r>
              <a:rPr b="1" dirty="0">
                <a:solidFill>
                  <a:srgbClr val="FFFFFF"/>
                </a:solidFill>
                <a:latin typeface="Times New Roman"/>
                <a:cs typeface="Times New Roman"/>
              </a:rPr>
              <a:t>NAAC</a:t>
            </a:r>
            <a:r>
              <a:rPr b="1" dirty="0" spc="-23">
                <a:solidFill>
                  <a:srgbClr val="FFFFFF"/>
                </a:solidFill>
                <a:latin typeface="Times New Roman"/>
                <a:cs typeface="Times New Roman"/>
              </a:rPr>
              <a:t> </a:t>
            </a:r>
            <a:r>
              <a:rPr b="1" dirty="0" spc="-73">
                <a:solidFill>
                  <a:srgbClr val="FFFFFF"/>
                </a:solidFill>
                <a:latin typeface="Times New Roman"/>
                <a:cs typeface="Times New Roman"/>
              </a:rPr>
              <a:t>‘A’</a:t>
            </a:r>
            <a:r>
              <a:rPr b="1" dirty="0" spc="-20">
                <a:solidFill>
                  <a:srgbClr val="FFFFFF"/>
                </a:solidFill>
                <a:latin typeface="Times New Roman"/>
                <a:cs typeface="Times New Roman"/>
              </a:rPr>
              <a:t> </a:t>
            </a:r>
            <a:r>
              <a:rPr b="1" dirty="0" spc="-40">
                <a:solidFill>
                  <a:srgbClr val="FFFFFF"/>
                </a:solidFill>
                <a:latin typeface="Times New Roman"/>
                <a:cs typeface="Times New Roman"/>
              </a:rPr>
              <a:t>Grade</a:t>
            </a:r>
            <a:r>
              <a:rPr b="1" dirty="0" spc="-23">
                <a:solidFill>
                  <a:srgbClr val="FFFFFF"/>
                </a:solidFill>
                <a:latin typeface="Times New Roman"/>
                <a:cs typeface="Times New Roman"/>
              </a:rPr>
              <a:t> </a:t>
            </a:r>
            <a:r>
              <a:rPr b="1" dirty="0" spc="-7">
                <a:solidFill>
                  <a:srgbClr val="FFFFFF"/>
                </a:solidFill>
                <a:latin typeface="Times New Roman"/>
                <a:cs typeface="Times New Roman"/>
              </a:rPr>
              <a:t>Accredited</a:t>
            </a:r>
            <a:endParaRPr dirty="0">
              <a:latin typeface="Times New Roman"/>
              <a:cs typeface="Times New Roman"/>
            </a:endParaRPr>
          </a:p>
          <a:p>
            <a:pPr algn="ctr" marL="247239">
              <a:lnSpc>
                <a:spcPts val="3063"/>
              </a:lnSpc>
            </a:pPr>
            <a:r>
              <a:rPr b="1" dirty="0" sz="2600" spc="-50">
                <a:solidFill>
                  <a:srgbClr val="FFFF00"/>
                </a:solidFill>
                <a:latin typeface="Times New Roman"/>
                <a:cs typeface="Times New Roman"/>
              </a:rPr>
              <a:t>Department</a:t>
            </a:r>
            <a:r>
              <a:rPr b="1" dirty="0" sz="2600" spc="-76">
                <a:solidFill>
                  <a:srgbClr val="FFFF00"/>
                </a:solidFill>
                <a:latin typeface="Times New Roman"/>
                <a:cs typeface="Times New Roman"/>
              </a:rPr>
              <a:t> </a:t>
            </a:r>
            <a:r>
              <a:rPr b="1" dirty="0" sz="2600">
                <a:solidFill>
                  <a:srgbClr val="FFFF00"/>
                </a:solidFill>
                <a:latin typeface="Times New Roman"/>
                <a:cs typeface="Times New Roman"/>
              </a:rPr>
              <a:t>of</a:t>
            </a:r>
            <a:r>
              <a:rPr b="1" dirty="0" sz="2600" spc="-73">
                <a:solidFill>
                  <a:srgbClr val="FFFF00"/>
                </a:solidFill>
                <a:latin typeface="Times New Roman"/>
                <a:cs typeface="Times New Roman"/>
              </a:rPr>
              <a:t> </a:t>
            </a:r>
            <a:r>
              <a:rPr b="1" dirty="0" sz="2600" spc="-57">
                <a:solidFill>
                  <a:srgbClr val="FFFF00"/>
                </a:solidFill>
                <a:latin typeface="Times New Roman"/>
                <a:cs typeface="Times New Roman"/>
              </a:rPr>
              <a:t>Information</a:t>
            </a:r>
            <a:r>
              <a:rPr b="1" dirty="0" sz="2600" spc="-73">
                <a:solidFill>
                  <a:srgbClr val="FFFF00"/>
                </a:solidFill>
                <a:latin typeface="Times New Roman"/>
                <a:cs typeface="Times New Roman"/>
              </a:rPr>
              <a:t> </a:t>
            </a:r>
            <a:r>
              <a:rPr b="1" dirty="0" sz="2600" spc="-7">
                <a:solidFill>
                  <a:srgbClr val="FFFF00"/>
                </a:solidFill>
                <a:latin typeface="Times New Roman"/>
                <a:cs typeface="Times New Roman"/>
              </a:rPr>
              <a:t>Technology</a:t>
            </a:r>
            <a:endParaRPr dirty="0" sz="2600">
              <a:latin typeface="Times New Roman"/>
              <a:cs typeface="Times New Roman"/>
            </a:endParaRPr>
          </a:p>
          <a:p>
            <a:pPr algn="ctr">
              <a:spcBef>
                <a:spcPts val="80"/>
              </a:spcBef>
            </a:pPr>
            <a:r>
              <a:rPr b="1" dirty="0" sz="1900">
                <a:latin typeface="Times New Roman"/>
                <a:cs typeface="Times New Roman"/>
              </a:rPr>
              <a:t>(UG</a:t>
            </a:r>
            <a:r>
              <a:rPr b="1" dirty="0" sz="1900" spc="7">
                <a:latin typeface="Times New Roman"/>
                <a:cs typeface="Times New Roman"/>
              </a:rPr>
              <a:t> </a:t>
            </a:r>
            <a:r>
              <a:rPr b="1" dirty="0" sz="1900" spc="-50">
                <a:latin typeface="Times New Roman"/>
                <a:cs typeface="Times New Roman"/>
              </a:rPr>
              <a:t>program,</a:t>
            </a:r>
            <a:r>
              <a:rPr b="1" dirty="0" sz="1900" spc="17">
                <a:latin typeface="Times New Roman"/>
                <a:cs typeface="Times New Roman"/>
              </a:rPr>
              <a:t> </a:t>
            </a:r>
            <a:r>
              <a:rPr b="1" dirty="0" sz="1900">
                <a:latin typeface="Times New Roman"/>
                <a:cs typeface="Times New Roman"/>
              </a:rPr>
              <a:t>NBA</a:t>
            </a:r>
            <a:r>
              <a:rPr b="1" dirty="0" sz="1900" spc="13">
                <a:latin typeface="Times New Roman"/>
                <a:cs typeface="Times New Roman"/>
              </a:rPr>
              <a:t> </a:t>
            </a:r>
            <a:r>
              <a:rPr b="1" dirty="0" sz="1900" spc="-7">
                <a:latin typeface="Times New Roman"/>
                <a:cs typeface="Times New Roman"/>
              </a:rPr>
              <a:t>Accredited)</a:t>
            </a:r>
            <a:endParaRPr dirty="0" sz="1900">
              <a:latin typeface="Times New Roman"/>
              <a:cs typeface="Times New Roman"/>
            </a:endParaRPr>
          </a:p>
          <a:p>
            <a:pPr marL="99912">
              <a:spcBef>
                <a:spcPts val="1623"/>
              </a:spcBef>
            </a:pPr>
            <a:r>
              <a:rPr b="1" dirty="0" sz="3200" spc="-20">
                <a:latin typeface="Times New Roman"/>
                <a:cs typeface="Times New Roman"/>
              </a:rPr>
              <a:t>Software</a:t>
            </a:r>
            <a:r>
              <a:rPr b="1" dirty="0" sz="3200" spc="-180">
                <a:latin typeface="Times New Roman"/>
                <a:cs typeface="Times New Roman"/>
              </a:rPr>
              <a:t> </a:t>
            </a:r>
            <a:r>
              <a:rPr b="1" dirty="0" sz="3200" spc="-80">
                <a:latin typeface="Times New Roman"/>
                <a:cs typeface="Times New Roman"/>
              </a:rPr>
              <a:t>Engineering</a:t>
            </a:r>
            <a:r>
              <a:rPr b="1" dirty="0" sz="3200" spc="-100">
                <a:latin typeface="Times New Roman"/>
                <a:cs typeface="Times New Roman"/>
              </a:rPr>
              <a:t> </a:t>
            </a:r>
            <a:r>
              <a:rPr b="1" dirty="0" sz="3200" spc="-23">
                <a:latin typeface="Times New Roman"/>
                <a:cs typeface="Times New Roman"/>
              </a:rPr>
              <a:t>Modeling</a:t>
            </a:r>
            <a:r>
              <a:rPr b="1" dirty="0" sz="3200" spc="-97">
                <a:latin typeface="Times New Roman"/>
                <a:cs typeface="Times New Roman"/>
              </a:rPr>
              <a:t> </a:t>
            </a:r>
            <a:r>
              <a:rPr b="1" dirty="0" sz="3200" spc="-213">
                <a:latin typeface="Times New Roman"/>
                <a:cs typeface="Times New Roman"/>
              </a:rPr>
              <a:t>&amp;</a:t>
            </a:r>
            <a:r>
              <a:rPr b="1" dirty="0" sz="3200" spc="-3">
                <a:latin typeface="Times New Roman"/>
                <a:cs typeface="Times New Roman"/>
              </a:rPr>
              <a:t> </a:t>
            </a:r>
            <a:r>
              <a:rPr b="1" dirty="0" sz="3200" spc="-7" err="1">
                <a:latin typeface="Times New Roman"/>
                <a:cs typeface="Times New Roman"/>
              </a:rPr>
              <a:t>Desig</a:t>
            </a:r>
            <a:r>
              <a:rPr b="1" dirty="0" sz="3200" lang="en-IN" spc="-7">
                <a:latin typeface="Times New Roman"/>
                <a:cs typeface="Times New Roman"/>
              </a:rPr>
              <a:t>n</a:t>
            </a:r>
            <a:endParaRPr dirty="0" sz="3200" lang="en-US">
              <a:latin typeface="Times New Roman"/>
              <a:cs typeface="Times New Roman"/>
            </a:endParaRPr>
          </a:p>
          <a:p>
            <a:pPr algn="ctr" marL="99912">
              <a:spcBef>
                <a:spcPts val="1623"/>
              </a:spcBef>
            </a:pPr>
            <a:r>
              <a:rPr b="1" dirty="0" sz="3200" lang="en-US" spc="-20">
                <a:solidFill>
                  <a:srgbClr val="FFFFFF"/>
                </a:solidFill>
                <a:latin typeface="Times New Roman"/>
                <a:cs typeface="Times New Roman"/>
              </a:rPr>
              <a:t>      </a:t>
            </a:r>
            <a:r>
              <a:rPr b="1" dirty="0" sz="3600" lang="en-US" spc="-20">
                <a:solidFill>
                  <a:srgbClr val="FFFFFF"/>
                </a:solidFill>
                <a:latin typeface="Times New Roman"/>
                <a:cs typeface="Times New Roman"/>
              </a:rPr>
              <a:t>“Learning Management System”</a:t>
            </a:r>
          </a:p>
          <a:p>
            <a:pPr algn="ctr" marR="255706">
              <a:spcBef>
                <a:spcPts val="1577"/>
              </a:spcBef>
            </a:pPr>
            <a:endParaRPr dirty="0" sz="2400">
              <a:latin typeface="Times New Roman"/>
              <a:cs typeface="Times New Roman"/>
            </a:endParaRPr>
          </a:p>
        </p:txBody>
      </p:sp>
      <p:sp>
        <p:nvSpPr>
          <p:cNvPr id="1048590" name="object 9"/>
          <p:cNvSpPr txBox="1"/>
          <p:nvPr/>
        </p:nvSpPr>
        <p:spPr>
          <a:xfrm>
            <a:off x="838826" y="4653481"/>
            <a:ext cx="2099733" cy="960966"/>
          </a:xfrm>
          <a:prstGeom prst="rect"/>
        </p:spPr>
        <p:txBody>
          <a:bodyPr bIns="0" lIns="0" rIns="0" rtlCol="0" tIns="8467" vert="horz" wrap="square">
            <a:spAutoFit/>
          </a:bodyPr>
          <a:p>
            <a:pPr marL="8467" marR="3387">
              <a:lnSpc>
                <a:spcPct val="150000"/>
              </a:lnSpc>
              <a:spcBef>
                <a:spcPts val="67"/>
              </a:spcBef>
            </a:pPr>
            <a:r>
              <a:rPr b="1" dirty="0" sz="2200" lang="en-IN" spc="-7">
                <a:solidFill>
                  <a:schemeClr val="tx1">
                    <a:lumMod val="95000"/>
                    <a:lumOff val="5000"/>
                  </a:schemeClr>
                </a:solidFill>
                <a:latin typeface="Times New Roman"/>
                <a:cs typeface="Times New Roman"/>
              </a:rPr>
              <a:t>Course </a:t>
            </a:r>
            <a:r>
              <a:rPr b="1" dirty="0" sz="2200" lang="en-IN" spc="-7" err="1">
                <a:solidFill>
                  <a:schemeClr val="tx1">
                    <a:lumMod val="95000"/>
                    <a:lumOff val="5000"/>
                  </a:schemeClr>
                </a:solidFill>
                <a:latin typeface="Times New Roman"/>
                <a:cs typeface="Times New Roman"/>
              </a:rPr>
              <a:t>Incharge</a:t>
            </a:r>
            <a:r>
              <a:rPr b="1" dirty="0" sz="2200" lang="en-IN" spc="-7">
                <a:solidFill>
                  <a:schemeClr val="tx1">
                    <a:lumMod val="95000"/>
                    <a:lumOff val="5000"/>
                  </a:schemeClr>
                </a:solidFill>
                <a:latin typeface="Times New Roman"/>
                <a:cs typeface="Times New Roman"/>
              </a:rPr>
              <a:t>:  </a:t>
            </a:r>
            <a:r>
              <a:rPr altLang="en-IN" b="1" dirty="0" sz="2000" lang="en-US" spc="-7">
                <a:solidFill>
                  <a:srgbClr val="FFFFFF"/>
                </a:solidFill>
                <a:latin typeface="Times New Roman"/>
                <a:cs typeface="Times New Roman"/>
              </a:rPr>
              <a:t>D</a:t>
            </a:r>
            <a:r>
              <a:rPr altLang="en-IN" b="1" dirty="0" sz="2000" lang="en-US" spc="-7">
                <a:solidFill>
                  <a:srgbClr val="FFFFFF"/>
                </a:solidFill>
                <a:latin typeface="Times New Roman"/>
                <a:cs typeface="Times New Roman"/>
              </a:rPr>
              <a:t>r</a:t>
            </a:r>
            <a:r>
              <a:rPr b="1" dirty="0" sz="2000" lang="en-IN" spc="-7">
                <a:solidFill>
                  <a:srgbClr val="FFFFFF"/>
                </a:solidFill>
                <a:latin typeface="Times New Roman"/>
                <a:cs typeface="Times New Roman"/>
              </a:rPr>
              <a:t>.</a:t>
            </a:r>
            <a:r>
              <a:rPr b="1" dirty="0" sz="2000" spc="7">
                <a:solidFill>
                  <a:srgbClr val="FFFFFF"/>
                </a:solidFill>
                <a:latin typeface="Times New Roman"/>
                <a:cs typeface="Times New Roman"/>
              </a:rPr>
              <a:t> </a:t>
            </a:r>
            <a:r>
              <a:rPr b="1" dirty="0" sz="2000" lang="en-US">
                <a:solidFill>
                  <a:srgbClr val="FFFFFF"/>
                </a:solidFill>
                <a:latin typeface="Times New Roman"/>
                <a:cs typeface="Times New Roman"/>
              </a:rPr>
              <a:t>S</a:t>
            </a:r>
            <a:r>
              <a:rPr b="1" dirty="0" sz="2000">
                <a:solidFill>
                  <a:srgbClr val="FFFFFF"/>
                </a:solidFill>
                <a:latin typeface="Times New Roman"/>
                <a:cs typeface="Times New Roman"/>
              </a:rPr>
              <a:t>.</a:t>
            </a:r>
            <a:r>
              <a:rPr b="1" dirty="0" sz="2000" spc="10">
                <a:solidFill>
                  <a:srgbClr val="FFFFFF"/>
                </a:solidFill>
                <a:latin typeface="Times New Roman"/>
                <a:cs typeface="Times New Roman"/>
              </a:rPr>
              <a:t> </a:t>
            </a:r>
            <a:r>
              <a:rPr b="1" dirty="0" sz="2000" lang="en-US">
                <a:solidFill>
                  <a:srgbClr val="FFFFFF"/>
                </a:solidFill>
                <a:latin typeface="Times New Roman"/>
                <a:cs typeface="Times New Roman"/>
              </a:rPr>
              <a:t>N</a:t>
            </a:r>
            <a:r>
              <a:rPr b="1" dirty="0" sz="2000">
                <a:solidFill>
                  <a:srgbClr val="FFFFFF"/>
                </a:solidFill>
                <a:latin typeface="Times New Roman"/>
                <a:cs typeface="Times New Roman"/>
              </a:rPr>
              <a:t>.</a:t>
            </a:r>
            <a:r>
              <a:rPr b="1" dirty="0" sz="2000" spc="10">
                <a:solidFill>
                  <a:srgbClr val="FFFFFF"/>
                </a:solidFill>
                <a:latin typeface="Times New Roman"/>
                <a:cs typeface="Times New Roman"/>
              </a:rPr>
              <a:t> </a:t>
            </a:r>
            <a:r>
              <a:rPr b="1" dirty="0" sz="2000" lang="en-US" spc="-67" err="1">
                <a:solidFill>
                  <a:srgbClr val="FFFFFF"/>
                </a:solidFill>
                <a:latin typeface="Times New Roman"/>
                <a:cs typeface="Times New Roman"/>
              </a:rPr>
              <a:t>Gunjal</a:t>
            </a:r>
            <a:endParaRPr dirty="0" sz="2000">
              <a:latin typeface="Times New Roman"/>
              <a:cs typeface="Times New Roman"/>
            </a:endParaRPr>
          </a:p>
        </p:txBody>
      </p:sp>
      <p:sp>
        <p:nvSpPr>
          <p:cNvPr id="1048591" name="object 9"/>
          <p:cNvSpPr txBox="1"/>
          <p:nvPr/>
        </p:nvSpPr>
        <p:spPr>
          <a:xfrm>
            <a:off x="8398360" y="4884313"/>
            <a:ext cx="2099733" cy="465667"/>
          </a:xfrm>
          <a:prstGeom prst="rect"/>
        </p:spPr>
        <p:txBody>
          <a:bodyPr bIns="0" lIns="0" rIns="0" rtlCol="0" tIns="8467" vert="horz" wrap="square">
            <a:spAutoFit/>
          </a:bodyPr>
          <a:p>
            <a:pPr marL="8467" marR="3387">
              <a:lnSpc>
                <a:spcPct val="150000"/>
              </a:lnSpc>
              <a:spcBef>
                <a:spcPts val="67"/>
              </a:spcBef>
            </a:pPr>
            <a:r>
              <a:rPr dirty="0" sz="2000" lang="en-US">
                <a:solidFill>
                  <a:schemeClr val="bg1"/>
                </a:solidFill>
                <a:latin typeface="Times New Roman"/>
                <a:cs typeface="Times New Roman"/>
              </a:rPr>
              <a:t>Class : SY IT B</a:t>
            </a:r>
            <a:endParaRPr dirty="0" sz="2000">
              <a:solidFill>
                <a:schemeClr val="bg1"/>
              </a:solidFill>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592" name="object 2"/>
          <p:cNvSpPr txBox="1">
            <a:spLocks noGrp="1"/>
          </p:cNvSpPr>
          <p:nvPr>
            <p:ph type="title"/>
          </p:nvPr>
        </p:nvSpPr>
        <p:spPr>
          <a:xfrm>
            <a:off x="1317632" y="342442"/>
            <a:ext cx="4641208" cy="685658"/>
          </a:xfrm>
          <a:prstGeom prst="rect"/>
        </p:spPr>
        <p:txBody>
          <a:bodyPr anchor="ctr" bIns="0" lIns="0" rIns="0" rtlCol="0" tIns="8467" vert="horz" wrap="square">
            <a:spAutoFit/>
          </a:bodyPr>
          <a:p>
            <a:pPr marL="8467">
              <a:lnSpc>
                <a:spcPct val="100000"/>
              </a:lnSpc>
              <a:spcBef>
                <a:spcPts val="67"/>
              </a:spcBef>
            </a:pPr>
            <a:r>
              <a:rPr b="1" dirty="0" spc="-140">
                <a:solidFill>
                  <a:srgbClr val="FF0000"/>
                </a:solidFill>
                <a:latin typeface="Times New Roman" panose="02020603050405020304" pitchFamily="18" charset="0"/>
                <a:cs typeface="Times New Roman" panose="02020603050405020304" pitchFamily="18" charset="0"/>
              </a:rPr>
              <a:t>Group</a:t>
            </a:r>
            <a:r>
              <a:rPr b="1" dirty="0" spc="-87">
                <a:solidFill>
                  <a:srgbClr val="FF0000"/>
                </a:solidFill>
                <a:latin typeface="Times New Roman" panose="02020603050405020304" pitchFamily="18" charset="0"/>
                <a:cs typeface="Times New Roman" panose="02020603050405020304" pitchFamily="18" charset="0"/>
              </a:rPr>
              <a:t> </a:t>
            </a:r>
            <a:r>
              <a:rPr b="1" dirty="0" spc="-76">
                <a:solidFill>
                  <a:srgbClr val="FF0000"/>
                </a:solidFill>
                <a:latin typeface="Times New Roman" panose="02020603050405020304" pitchFamily="18" charset="0"/>
                <a:cs typeface="Times New Roman" panose="02020603050405020304" pitchFamily="18" charset="0"/>
              </a:rPr>
              <a:t>Members</a:t>
            </a:r>
            <a:r>
              <a:rPr b="1" dirty="0" lang="en-US" spc="-76">
                <a:solidFill>
                  <a:srgbClr val="FF0000"/>
                </a:solidFill>
                <a:latin typeface="Times New Roman" panose="02020603050405020304" pitchFamily="18" charset="0"/>
                <a:cs typeface="Times New Roman" panose="02020603050405020304" pitchFamily="18" charset="0"/>
              </a:rPr>
              <a:t> </a:t>
            </a:r>
            <a:r>
              <a:rPr dirty="0" lang="en-US" spc="-76">
                <a:solidFill>
                  <a:srgbClr val="FF0000"/>
                </a:solidFill>
              </a:rPr>
              <a:t>:</a:t>
            </a:r>
            <a:endParaRPr dirty="0" spc="-76">
              <a:solidFill>
                <a:srgbClr val="FF0000"/>
              </a:solidFill>
            </a:endParaRPr>
          </a:p>
        </p:txBody>
      </p:sp>
      <p:pic>
        <p:nvPicPr>
          <p:cNvPr id="2097153" name="object 3"/>
          <p:cNvPicPr>
            <a:picLocks/>
          </p:cNvPicPr>
          <p:nvPr/>
        </p:nvPicPr>
        <p:blipFill>
          <a:blip xmlns:r="http://schemas.openxmlformats.org/officeDocument/2006/relationships" r:embed="rId1" cstate="print"/>
          <a:stretch>
            <a:fillRect/>
          </a:stretch>
        </p:blipFill>
        <p:spPr>
          <a:xfrm>
            <a:off x="329040" y="101160"/>
            <a:ext cx="933449" cy="1047627"/>
          </a:xfrm>
          <a:prstGeom prst="rect"/>
        </p:spPr>
      </p:pic>
      <p:sp>
        <p:nvSpPr>
          <p:cNvPr id="1048593" name="object 4"/>
          <p:cNvSpPr/>
          <p:nvPr/>
        </p:nvSpPr>
        <p:spPr>
          <a:xfrm>
            <a:off x="0" y="0"/>
            <a:ext cx="273897" cy="6857153"/>
          </a:xfrm>
          <a:custGeom>
            <a:avLst/>
            <a:ah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bIns="0" lIns="0" rIns="0" rtlCol="0" tIns="0" wrap="square"/>
          <a:p>
            <a:endParaRPr sz="1200"/>
          </a:p>
        </p:txBody>
      </p:sp>
      <p:cxnSp>
        <p:nvCxnSpPr>
          <p:cNvPr id="3145728" name="Straight Connector 6"/>
          <p:cNvCxnSpPr>
            <a:cxnSpLocks/>
          </p:cNvCxnSpPr>
          <p:nvPr/>
        </p:nvCxnSpPr>
        <p:spPr>
          <a:xfrm>
            <a:off x="273897" y="1307690"/>
            <a:ext cx="11916000" cy="0"/>
          </a:xfrm>
          <a:prstGeom prst="line"/>
          <a:ln>
            <a:solidFill>
              <a:srgbClr val="FF0000"/>
            </a:solidFill>
          </a:ln>
        </p:spPr>
        <p:style>
          <a:lnRef idx="3">
            <a:schemeClr val="dk1"/>
          </a:lnRef>
          <a:fillRef idx="0">
            <a:schemeClr val="dk1"/>
          </a:fillRef>
          <a:effectRef idx="2">
            <a:schemeClr val="dk1"/>
          </a:effectRef>
          <a:fontRef idx="minor">
            <a:schemeClr val="tx1"/>
          </a:fontRef>
        </p:style>
      </p:cxnSp>
      <p:graphicFrame>
        <p:nvGraphicFramePr>
          <p:cNvPr id="4194304" name="Table 8"/>
          <p:cNvGraphicFramePr>
            <a:graphicFrameLocks noGrp="1"/>
          </p:cNvGraphicFramePr>
          <p:nvPr/>
        </p:nvGraphicFramePr>
        <p:xfrm>
          <a:off x="1476462" y="1991034"/>
          <a:ext cx="9083382" cy="2707698"/>
        </p:xfrm>
        <a:graphic>
          <a:graphicData uri="http://schemas.openxmlformats.org/drawingml/2006/table">
            <a:tbl>
              <a:tblPr firstRow="1" bandRow="1">
                <a:tableStyleId>{5C22544A-7EE6-4342-B048-85BDC9FD1C3A}</a:tableStyleId>
              </a:tblPr>
              <a:tblGrid>
                <a:gridCol w="3162612"/>
                <a:gridCol w="2960385"/>
                <a:gridCol w="2960385"/>
              </a:tblGrid>
              <a:tr h="617942">
                <a:tc>
                  <a:txBody>
                    <a:bodyPr/>
                    <a:p>
                      <a:pPr algn="ctr"/>
                      <a:r>
                        <a:rPr dirty="0" lang="en-US">
                          <a:solidFill>
                            <a:schemeClr val="bg1"/>
                          </a:solidFill>
                          <a:latin typeface="Times New Roman" panose="02020603050405020304" pitchFamily="18" charset="0"/>
                          <a:cs typeface="Times New Roman" panose="02020603050405020304" pitchFamily="18" charset="0"/>
                        </a:rPr>
                        <a:t>Roll No.</a:t>
                      </a:r>
                      <a:endParaRPr dirty="0" lang="en-IN">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B0F0"/>
                    </a:solidFill>
                  </a:tcPr>
                </a:tc>
                <a:tc>
                  <a:txBody>
                    <a:bodyPr/>
                    <a:p>
                      <a:pPr algn="ctr"/>
                      <a:r>
                        <a:rPr dirty="0" lang="en-US">
                          <a:solidFill>
                            <a:schemeClr val="bg1"/>
                          </a:solidFill>
                          <a:latin typeface="Times New Roman" panose="02020603050405020304" pitchFamily="18" charset="0"/>
                          <a:cs typeface="Times New Roman" panose="02020603050405020304" pitchFamily="18" charset="0"/>
                        </a:rPr>
                        <a:t>PRN</a:t>
                      </a:r>
                      <a:endParaRPr dirty="0" lang="en-IN">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B0F0"/>
                    </a:solidFill>
                  </a:tcPr>
                </a:tc>
                <a:tc>
                  <a:txBody>
                    <a:bodyPr/>
                    <a:p>
                      <a:pPr algn="ctr"/>
                      <a:r>
                        <a:rPr dirty="0" lang="en-US">
                          <a:solidFill>
                            <a:schemeClr val="bg1"/>
                          </a:solidFill>
                          <a:latin typeface="Times New Roman" panose="02020603050405020304" pitchFamily="18" charset="0"/>
                          <a:cs typeface="Times New Roman" panose="02020603050405020304" pitchFamily="18" charset="0"/>
                        </a:rPr>
                        <a:t>Name</a:t>
                      </a:r>
                      <a:endParaRPr dirty="0" lang="en-IN">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B0F0"/>
                    </a:solidFill>
                  </a:tcPr>
                </a:tc>
              </a:tr>
              <a:tr h="522439">
                <a:tc>
                  <a:txBody>
                    <a:bodyPr/>
                    <a:p>
                      <a:pPr algn="ctr"/>
                      <a:r>
                        <a:rPr b="1" dirty="0" lang="en-US">
                          <a:solidFill>
                            <a:schemeClr val="bg1"/>
                          </a:solidFill>
                          <a:latin typeface="Times New Roman" panose="02020603050405020304" pitchFamily="18" charset="0"/>
                          <a:cs typeface="Times New Roman" panose="02020603050405020304" pitchFamily="18" charset="0"/>
                        </a:rPr>
                        <a:t>75</a:t>
                      </a:r>
                      <a:endParaRPr b="1" dirty="0" lang="en-IN">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B0F0"/>
                    </a:solidFill>
                  </a:tcPr>
                </a:tc>
                <a:tc>
                  <a:txBody>
                    <a:bodyPr/>
                    <a:p>
                      <a:pPr algn="ctr"/>
                      <a:r>
                        <a:rPr dirty="0" lang="en-US">
                          <a:latin typeface="Times New Roman" panose="02020603050405020304" pitchFamily="18" charset="0"/>
                          <a:cs typeface="Times New Roman" panose="02020603050405020304" pitchFamily="18" charset="0"/>
                        </a:rPr>
                        <a:t>0124UITF1075</a:t>
                      </a:r>
                      <a:endParaRPr dirty="0" lang="en-IN">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p>
                      <a:pPr algn="ctr"/>
                      <a:r>
                        <a:rPr dirty="0" lang="en-US">
                          <a:latin typeface="Times New Roman" panose="02020603050405020304" pitchFamily="18" charset="0"/>
                          <a:cs typeface="Times New Roman" panose="02020603050405020304" pitchFamily="18" charset="0"/>
                        </a:rPr>
                        <a:t>Jadhav Supriya Dadasaheb</a:t>
                      </a:r>
                      <a:endParaRPr dirty="0" lang="en-IN">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r>
              <a:tr h="522439">
                <a:tc>
                  <a:txBody>
                    <a:bodyPr/>
                    <a:p>
                      <a:pPr algn="ctr"/>
                      <a:r>
                        <a:rPr b="1" dirty="0" lang="en-US">
                          <a:solidFill>
                            <a:schemeClr val="bg1"/>
                          </a:solidFill>
                          <a:latin typeface="Times New Roman" panose="02020603050405020304" pitchFamily="18" charset="0"/>
                          <a:cs typeface="Times New Roman" panose="02020603050405020304" pitchFamily="18" charset="0"/>
                        </a:rPr>
                        <a:t>76</a:t>
                      </a:r>
                      <a:endParaRPr b="1" dirty="0" lang="en-IN">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B0F0"/>
                    </a:solidFill>
                  </a:tcPr>
                </a:tc>
                <a:tc>
                  <a:txBody>
                    <a:bodyPr/>
                    <a:p>
                      <a:pPr algn="ctr"/>
                      <a:r>
                        <a:rPr dirty="0" lang="en-US">
                          <a:latin typeface="Times New Roman" panose="02020603050405020304" pitchFamily="18" charset="0"/>
                          <a:cs typeface="Times New Roman" panose="02020603050405020304" pitchFamily="18" charset="0"/>
                        </a:rPr>
                        <a:t>0124UITM1076</a:t>
                      </a:r>
                      <a:endParaRPr dirty="0" lang="en-IN">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p>
                      <a:pPr algn="ctr"/>
                      <a:r>
                        <a:rPr dirty="0" lang="en-US" err="1">
                          <a:latin typeface="Times New Roman" panose="02020603050405020304" pitchFamily="18" charset="0"/>
                          <a:cs typeface="Times New Roman" panose="02020603050405020304" pitchFamily="18" charset="0"/>
                        </a:rPr>
                        <a:t>Nagthane</a:t>
                      </a:r>
                      <a:r>
                        <a:rPr dirty="0" lang="en-US">
                          <a:latin typeface="Times New Roman" panose="02020603050405020304" pitchFamily="18" charset="0"/>
                          <a:cs typeface="Times New Roman" panose="02020603050405020304" pitchFamily="18" charset="0"/>
                        </a:rPr>
                        <a:t> Viresh Sunil</a:t>
                      </a:r>
                      <a:endParaRPr dirty="0" lang="en-IN">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r>
              <a:tr h="522439">
                <a:tc>
                  <a:txBody>
                    <a:bodyPr/>
                    <a:p>
                      <a:pPr algn="ctr"/>
                      <a:r>
                        <a:rPr b="1" dirty="0" lang="en-US">
                          <a:solidFill>
                            <a:schemeClr val="bg1"/>
                          </a:solidFill>
                          <a:latin typeface="Times New Roman" panose="02020603050405020304" pitchFamily="18" charset="0"/>
                          <a:cs typeface="Times New Roman" panose="02020603050405020304" pitchFamily="18" charset="0"/>
                        </a:rPr>
                        <a:t>77</a:t>
                      </a:r>
                      <a:endParaRPr b="1" dirty="0" lang="en-IN">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B0F0"/>
                    </a:solidFill>
                  </a:tcPr>
                </a:tc>
                <a:tc>
                  <a:txBody>
                    <a:bodyPr/>
                    <a:p>
                      <a:pPr algn="ctr"/>
                      <a:r>
                        <a:rPr dirty="0" lang="en-US">
                          <a:latin typeface="Times New Roman" panose="02020603050405020304" pitchFamily="18" charset="0"/>
                          <a:cs typeface="Times New Roman" panose="02020603050405020304" pitchFamily="18" charset="0"/>
                        </a:rPr>
                        <a:t>0124UITM1077</a:t>
                      </a:r>
                      <a:endParaRPr dirty="0" lang="en-IN">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p>
                      <a:pPr algn="ctr"/>
                      <a:r>
                        <a:rPr dirty="0" lang="en-US">
                          <a:latin typeface="Times New Roman" panose="02020603050405020304" pitchFamily="18" charset="0"/>
                          <a:cs typeface="Times New Roman" panose="02020603050405020304" pitchFamily="18" charset="0"/>
                        </a:rPr>
                        <a:t>Sinare Manav Ravindra</a:t>
                      </a:r>
                      <a:endParaRPr dirty="0" lang="en-IN">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r>
              <a:tr h="522439">
                <a:tc>
                  <a:txBody>
                    <a:bodyPr/>
                    <a:p>
                      <a:pPr algn="ctr"/>
                      <a:r>
                        <a:rPr b="1" dirty="0" lang="en-US">
                          <a:solidFill>
                            <a:schemeClr val="bg1"/>
                          </a:solidFill>
                          <a:latin typeface="Times New Roman" panose="02020603050405020304" pitchFamily="18" charset="0"/>
                          <a:cs typeface="Times New Roman" panose="02020603050405020304" pitchFamily="18" charset="0"/>
                        </a:rPr>
                        <a:t>78</a:t>
                      </a:r>
                      <a:endParaRPr b="1" dirty="0" lang="en-IN">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B0F0"/>
                    </a:solidFill>
                  </a:tcPr>
                </a:tc>
                <a:tc>
                  <a:txBody>
                    <a:bodyPr/>
                    <a:p>
                      <a:pPr algn="ctr"/>
                      <a:r>
                        <a:rPr dirty="0" lang="en-US">
                          <a:latin typeface="Times New Roman" panose="02020603050405020304" pitchFamily="18" charset="0"/>
                          <a:cs typeface="Times New Roman" panose="02020603050405020304" pitchFamily="18" charset="0"/>
                        </a:rPr>
                        <a:t>0124UITM1078</a:t>
                      </a:r>
                      <a:endParaRPr dirty="0" lang="en-IN">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p>
                      <a:pPr algn="ctr"/>
                      <a:r>
                        <a:rPr dirty="0" lang="en-US" err="1">
                          <a:latin typeface="Times New Roman" panose="02020603050405020304" pitchFamily="18" charset="0"/>
                          <a:cs typeface="Times New Roman" panose="02020603050405020304" pitchFamily="18" charset="0"/>
                        </a:rPr>
                        <a:t>Bohat</a:t>
                      </a:r>
                      <a:r>
                        <a:rPr dirty="0" lang="en-US">
                          <a:latin typeface="Times New Roman" panose="02020603050405020304" pitchFamily="18" charset="0"/>
                          <a:cs typeface="Times New Roman" panose="02020603050405020304" pitchFamily="18" charset="0"/>
                        </a:rPr>
                        <a:t> Swayam Manoj</a:t>
                      </a:r>
                      <a:endParaRPr dirty="0" lang="en-IN">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594" name="object 2"/>
          <p:cNvSpPr txBox="1">
            <a:spLocks noGrp="1"/>
          </p:cNvSpPr>
          <p:nvPr>
            <p:ph type="title"/>
          </p:nvPr>
        </p:nvSpPr>
        <p:spPr>
          <a:xfrm>
            <a:off x="1317632" y="342442"/>
            <a:ext cx="4011452" cy="685658"/>
          </a:xfrm>
          <a:prstGeom prst="rect"/>
        </p:spPr>
        <p:txBody>
          <a:bodyPr anchor="ctr" bIns="0" lIns="0" rIns="0" rtlCol="0" tIns="8467" vert="horz" wrap="square">
            <a:spAutoFit/>
          </a:bodyPr>
          <a:p>
            <a:pPr marL="8467">
              <a:lnSpc>
                <a:spcPct val="100000"/>
              </a:lnSpc>
              <a:spcBef>
                <a:spcPts val="67"/>
              </a:spcBef>
            </a:pPr>
            <a:r>
              <a:rPr b="1" dirty="0" spc="-103">
                <a:solidFill>
                  <a:srgbClr val="FF0000"/>
                </a:solidFill>
                <a:latin typeface="Times New Roman" panose="02020603050405020304" pitchFamily="18" charset="0"/>
                <a:cs typeface="Times New Roman" panose="02020603050405020304" pitchFamily="18" charset="0"/>
              </a:rPr>
              <a:t>Introduction</a:t>
            </a:r>
            <a:r>
              <a:rPr b="1" dirty="0" lang="en-US" spc="-103">
                <a:solidFill>
                  <a:srgbClr val="FF0000"/>
                </a:solidFill>
                <a:latin typeface="Times New Roman" panose="02020603050405020304" pitchFamily="18" charset="0"/>
                <a:cs typeface="Times New Roman" panose="02020603050405020304" pitchFamily="18" charset="0"/>
              </a:rPr>
              <a:t> : </a:t>
            </a:r>
            <a:endParaRPr b="1" dirty="0" spc="-103">
              <a:solidFill>
                <a:srgbClr val="FF0000"/>
              </a:solidFill>
              <a:latin typeface="Times New Roman" panose="02020603050405020304" pitchFamily="18" charset="0"/>
              <a:cs typeface="Times New Roman" panose="02020603050405020304" pitchFamily="18" charset="0"/>
            </a:endParaRPr>
          </a:p>
        </p:txBody>
      </p:sp>
      <p:pic>
        <p:nvPicPr>
          <p:cNvPr id="2097154" name="object 3"/>
          <p:cNvPicPr>
            <a:picLocks/>
          </p:cNvPicPr>
          <p:nvPr/>
        </p:nvPicPr>
        <p:blipFill>
          <a:blip xmlns:r="http://schemas.openxmlformats.org/officeDocument/2006/relationships" r:embed="rId1" cstate="print"/>
          <a:stretch>
            <a:fillRect/>
          </a:stretch>
        </p:blipFill>
        <p:spPr>
          <a:xfrm>
            <a:off x="329040" y="101160"/>
            <a:ext cx="933449" cy="1047627"/>
          </a:xfrm>
          <a:prstGeom prst="rect"/>
        </p:spPr>
      </p:pic>
      <p:sp>
        <p:nvSpPr>
          <p:cNvPr id="1048595" name="object 4"/>
          <p:cNvSpPr/>
          <p:nvPr/>
        </p:nvSpPr>
        <p:spPr>
          <a:xfrm>
            <a:off x="0" y="0"/>
            <a:ext cx="273897" cy="6857153"/>
          </a:xfrm>
          <a:custGeom>
            <a:avLst/>
            <a:ah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bIns="0" lIns="0" rIns="0" rtlCol="0" tIns="0" wrap="square"/>
          <a:p>
            <a:endParaRPr sz="1200"/>
          </a:p>
        </p:txBody>
      </p:sp>
      <p:cxnSp>
        <p:nvCxnSpPr>
          <p:cNvPr id="3145729" name="Straight Connector 11"/>
          <p:cNvCxnSpPr>
            <a:cxnSpLocks/>
          </p:cNvCxnSpPr>
          <p:nvPr/>
        </p:nvCxnSpPr>
        <p:spPr>
          <a:xfrm>
            <a:off x="273897" y="1307690"/>
            <a:ext cx="11916000" cy="0"/>
          </a:xfrm>
          <a:prstGeom prst="line"/>
          <a:ln>
            <a:solidFill>
              <a:srgbClr val="FF0000"/>
            </a:solidFill>
          </a:ln>
        </p:spPr>
        <p:style>
          <a:lnRef idx="3">
            <a:schemeClr val="dk1"/>
          </a:lnRef>
          <a:fillRef idx="0">
            <a:schemeClr val="dk1"/>
          </a:fillRef>
          <a:effectRef idx="2">
            <a:schemeClr val="dk1"/>
          </a:effectRef>
          <a:fontRef idx="minor">
            <a:schemeClr val="tx1"/>
          </a:fontRef>
        </p:style>
      </p:cxnSp>
      <p:sp>
        <p:nvSpPr>
          <p:cNvPr id="1048596" name="TextBox 12"/>
          <p:cNvSpPr txBox="1"/>
          <p:nvPr/>
        </p:nvSpPr>
        <p:spPr>
          <a:xfrm>
            <a:off x="637341" y="1307690"/>
            <a:ext cx="11189111" cy="4142741"/>
          </a:xfrm>
          <a:prstGeom prst="rect"/>
          <a:noFill/>
        </p:spPr>
        <p:txBody>
          <a:bodyPr rtlCol="0" wrap="square">
            <a:spAutoFit/>
          </a:bodyPr>
          <a:p>
            <a:pPr eaLnBrk="0" fontAlgn="base" hangingPunct="0">
              <a:lnSpc>
                <a:spcPct val="100000"/>
              </a:lnSpc>
              <a:spcBef>
                <a:spcPct val="0"/>
              </a:spcBef>
              <a:spcAft>
                <a:spcPct val="0"/>
              </a:spcAft>
              <a:buClrTx/>
              <a:buSzTx/>
            </a:pPr>
            <a:endParaRPr altLang="en-US" dirty="0" sz="1600" lang="en-US">
              <a:latin typeface="Arial" panose="020B0604020202020204" pitchFamily="34" charset="0"/>
            </a:endParaRPr>
          </a:p>
          <a:p>
            <a:pPr defTabSz="457200" fontAlgn="base" indent="-342900" marL="342900">
              <a:lnSpc>
                <a:spcPct val="150000"/>
              </a:lnSpc>
              <a:spcBef>
                <a:spcPct val="0"/>
              </a:spcBef>
              <a:spcAft>
                <a:spcPct val="0"/>
              </a:spcAft>
              <a:buClrTx/>
              <a:buSzTx/>
              <a:buFont typeface="Arial" panose="020B0604020202020204" pitchFamily="34" charset="0"/>
              <a:buChar char="•"/>
            </a:pPr>
            <a:r>
              <a:rPr altLang="en-US" dirty="0" sz="2400" lang="en-US">
                <a:latin typeface="Calibri" panose="020F0502020204030204" pitchFamily="34" charset="0"/>
                <a:ea typeface="Calibri" panose="020F0502020204030204" pitchFamily="34" charset="0"/>
                <a:cs typeface="Calibri" panose="020F0502020204030204" pitchFamily="34" charset="0"/>
              </a:rPr>
              <a:t>A </a:t>
            </a:r>
            <a:r>
              <a:rPr altLang="en-US" b="1" dirty="0" sz="2400" lang="en-US">
                <a:latin typeface="Calibri" panose="020F0502020204030204" pitchFamily="34" charset="0"/>
                <a:ea typeface="Calibri" panose="020F0502020204030204" pitchFamily="34" charset="0"/>
                <a:cs typeface="Calibri" panose="020F0502020204030204" pitchFamily="34" charset="0"/>
              </a:rPr>
              <a:t>Learning Management System (LMS) </a:t>
            </a:r>
            <a:r>
              <a:rPr altLang="en-US" dirty="0" sz="2400" lang="en-US">
                <a:latin typeface="Calibri" panose="020F0502020204030204" pitchFamily="34" charset="0"/>
                <a:ea typeface="Calibri" panose="020F0502020204030204" pitchFamily="34" charset="0"/>
                <a:cs typeface="Calibri" panose="020F0502020204030204" pitchFamily="34" charset="0"/>
              </a:rPr>
              <a:t>is a software application used to manage, deliver, and  track educational  courses. </a:t>
            </a:r>
          </a:p>
          <a:p>
            <a:pPr defTabSz="457200" fontAlgn="base" indent="-342900" marL="342900">
              <a:lnSpc>
                <a:spcPct val="150000"/>
              </a:lnSpc>
              <a:spcBef>
                <a:spcPct val="0"/>
              </a:spcBef>
              <a:spcAft>
                <a:spcPct val="0"/>
              </a:spcAft>
              <a:buClrTx/>
              <a:buSzTx/>
              <a:buFont typeface="Arial" panose="020B0604020202020204" pitchFamily="34" charset="0"/>
              <a:buChar char="•"/>
            </a:pPr>
            <a:r>
              <a:rPr altLang="en-US" dirty="0" sz="2400" lang="en-US">
                <a:latin typeface="Calibri" panose="020F0502020204030204" pitchFamily="34" charset="0"/>
                <a:ea typeface="Calibri" panose="020F0502020204030204" pitchFamily="34" charset="0"/>
                <a:cs typeface="Calibri" panose="020F0502020204030204" pitchFamily="34" charset="0"/>
              </a:rPr>
              <a:t>It helps teachers and students interact in a digital environment. </a:t>
            </a:r>
          </a:p>
          <a:p>
            <a:pPr defTabSz="457200" fontAlgn="base" indent="-342900" marL="342900">
              <a:lnSpc>
                <a:spcPct val="150000"/>
              </a:lnSpc>
              <a:spcBef>
                <a:spcPct val="0"/>
              </a:spcBef>
              <a:spcAft>
                <a:spcPct val="0"/>
              </a:spcAft>
              <a:buClrTx/>
              <a:buSzTx/>
              <a:buFont typeface="Arial" panose="020B0604020202020204" pitchFamily="34" charset="0"/>
              <a:buChar char="•"/>
            </a:pPr>
            <a:r>
              <a:rPr altLang="en-US" dirty="0" sz="2400" lang="en-US">
                <a:latin typeface="Calibri" panose="020F0502020204030204" pitchFamily="34" charset="0"/>
                <a:ea typeface="Calibri" panose="020F0502020204030204" pitchFamily="34" charset="0"/>
                <a:cs typeface="Calibri" panose="020F0502020204030204" pitchFamily="34" charset="0"/>
              </a:rPr>
              <a:t>Widely used in schools, colleges, and corporate training. </a:t>
            </a:r>
          </a:p>
          <a:p>
            <a:pPr defTabSz="457200" fontAlgn="base" indent="-342900" marL="342900">
              <a:lnSpc>
                <a:spcPct val="150000"/>
              </a:lnSpc>
              <a:spcBef>
                <a:spcPct val="0"/>
              </a:spcBef>
              <a:spcAft>
                <a:spcPct val="0"/>
              </a:spcAft>
              <a:buClrTx/>
              <a:buSzTx/>
              <a:buFont typeface="Arial" panose="020B0604020202020204" pitchFamily="34" charset="0"/>
              <a:buChar char="•"/>
            </a:pPr>
            <a:endParaRPr altLang="en-US" dirty="0" sz="2400" lang="en-US">
              <a:latin typeface="Calibri" panose="020F0502020204030204" pitchFamily="34" charset="0"/>
              <a:ea typeface="Calibri" panose="020F0502020204030204" pitchFamily="34" charset="0"/>
              <a:cs typeface="Calibri" panose="020F0502020204030204" pitchFamily="34" charset="0"/>
            </a:endParaRPr>
          </a:p>
          <a:p>
            <a:pPr defTabSz="457200" fontAlgn="base" indent="-342900" marL="342900">
              <a:lnSpc>
                <a:spcPct val="150000"/>
              </a:lnSpc>
              <a:spcBef>
                <a:spcPct val="0"/>
              </a:spcBef>
              <a:spcAft>
                <a:spcPct val="0"/>
              </a:spcAft>
              <a:buClrTx/>
              <a:buSzTx/>
              <a:buFont typeface="Arial" panose="020B0604020202020204" pitchFamily="34" charset="0"/>
              <a:buChar char="•"/>
            </a:pPr>
            <a:r>
              <a:rPr altLang="en-US" b="1" dirty="0" sz="2400" lang="en-US">
                <a:latin typeface="Calibri" panose="020F0502020204030204" pitchFamily="34" charset="0"/>
                <a:ea typeface="Calibri" panose="020F0502020204030204" pitchFamily="34" charset="0"/>
                <a:cs typeface="Calibri" panose="020F0502020204030204" pitchFamily="34" charset="0"/>
              </a:rPr>
              <a:t>Users :- </a:t>
            </a:r>
            <a:r>
              <a:rPr altLang="en-US" dirty="0" sz="2400" lang="en-US">
                <a:latin typeface="Calibri" panose="020F0502020204030204" pitchFamily="34" charset="0"/>
                <a:ea typeface="Calibri" panose="020F0502020204030204" pitchFamily="34" charset="0"/>
                <a:cs typeface="Calibri" panose="020F0502020204030204" pitchFamily="34" charset="0"/>
              </a:rPr>
              <a:t>Student , Teacher , Admin</a:t>
            </a:r>
          </a:p>
          <a:p>
            <a:pPr algn="just"/>
            <a:endParaRPr dirty="0" sz="2000" lang="en-IN">
              <a:latin typeface="Times New Roman" panose="02020603050405020304" pitchFamily="18" charset="0"/>
              <a:cs typeface="Times New Roman" panose="02020603050405020304" pitchFamily="18" charset="0"/>
            </a:endParaRPr>
          </a:p>
          <a:p>
            <a:pPr algn="just"/>
            <a:endParaRPr dirty="0" sz="2000"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00" name="object 2"/>
          <p:cNvSpPr txBox="1">
            <a:spLocks noGrp="1"/>
          </p:cNvSpPr>
          <p:nvPr>
            <p:ph type="title"/>
          </p:nvPr>
        </p:nvSpPr>
        <p:spPr>
          <a:xfrm>
            <a:off x="1445342" y="342442"/>
            <a:ext cx="6123858" cy="685658"/>
          </a:xfrm>
          <a:prstGeom prst="rect"/>
        </p:spPr>
        <p:txBody>
          <a:bodyPr anchor="ctr" bIns="0" lIns="0" rIns="0" rtlCol="0" tIns="8467" vert="horz" wrap="square">
            <a:spAutoFit/>
          </a:bodyPr>
          <a:p>
            <a:pPr marL="8467">
              <a:lnSpc>
                <a:spcPct val="100000"/>
              </a:lnSpc>
              <a:spcBef>
                <a:spcPts val="67"/>
              </a:spcBef>
            </a:pPr>
            <a:r>
              <a:rPr dirty="0" spc="-80">
                <a:solidFill>
                  <a:srgbClr val="FF0000"/>
                </a:solidFill>
                <a:latin typeface="Times New Roman" panose="02020603050405020304" pitchFamily="18" charset="0"/>
                <a:cs typeface="Times New Roman" panose="02020603050405020304" pitchFamily="18" charset="0"/>
              </a:rPr>
              <a:t>Functional</a:t>
            </a:r>
            <a:r>
              <a:rPr dirty="0" spc="-133">
                <a:solidFill>
                  <a:srgbClr val="FF0000"/>
                </a:solidFill>
                <a:latin typeface="Times New Roman" panose="02020603050405020304" pitchFamily="18" charset="0"/>
                <a:cs typeface="Times New Roman" panose="02020603050405020304" pitchFamily="18" charset="0"/>
              </a:rPr>
              <a:t> </a:t>
            </a:r>
            <a:r>
              <a:rPr dirty="0" spc="-97">
                <a:solidFill>
                  <a:srgbClr val="FF0000"/>
                </a:solidFill>
                <a:latin typeface="Times New Roman" panose="02020603050405020304" pitchFamily="18" charset="0"/>
                <a:cs typeface="Times New Roman" panose="02020603050405020304" pitchFamily="18" charset="0"/>
              </a:rPr>
              <a:t>Requirements</a:t>
            </a:r>
            <a:r>
              <a:rPr dirty="0" lang="en-US" spc="-97">
                <a:solidFill>
                  <a:srgbClr val="FF0000"/>
                </a:solidFill>
                <a:latin typeface="Times New Roman" panose="02020603050405020304" pitchFamily="18" charset="0"/>
                <a:cs typeface="Times New Roman" panose="02020603050405020304" pitchFamily="18" charset="0"/>
              </a:rPr>
              <a:t> </a:t>
            </a:r>
            <a:r>
              <a:rPr dirty="0" lang="en-US" spc="-97">
                <a:solidFill>
                  <a:srgbClr val="FF0000"/>
                </a:solidFill>
              </a:rPr>
              <a:t>: </a:t>
            </a:r>
            <a:endParaRPr dirty="0" spc="-97">
              <a:solidFill>
                <a:srgbClr val="FF0000"/>
              </a:solidFill>
            </a:endParaRPr>
          </a:p>
        </p:txBody>
      </p:sp>
      <p:pic>
        <p:nvPicPr>
          <p:cNvPr id="2097155" name="object 3"/>
          <p:cNvPicPr>
            <a:picLocks/>
          </p:cNvPicPr>
          <p:nvPr/>
        </p:nvPicPr>
        <p:blipFill>
          <a:blip xmlns:r="http://schemas.openxmlformats.org/officeDocument/2006/relationships" r:embed="rId1" cstate="print"/>
          <a:stretch>
            <a:fillRect/>
          </a:stretch>
        </p:blipFill>
        <p:spPr>
          <a:xfrm>
            <a:off x="329040" y="101160"/>
            <a:ext cx="933449" cy="1047627"/>
          </a:xfrm>
          <a:prstGeom prst="rect"/>
        </p:spPr>
      </p:pic>
      <p:sp>
        <p:nvSpPr>
          <p:cNvPr id="1048601" name="object 4"/>
          <p:cNvSpPr/>
          <p:nvPr/>
        </p:nvSpPr>
        <p:spPr>
          <a:xfrm>
            <a:off x="0" y="0"/>
            <a:ext cx="273897" cy="6857153"/>
          </a:xfrm>
          <a:custGeom>
            <a:avLst/>
            <a:ah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bIns="0" lIns="0" rIns="0" rtlCol="0" tIns="0" wrap="square"/>
          <a:p>
            <a:endParaRPr sz="1200"/>
          </a:p>
        </p:txBody>
      </p:sp>
      <p:cxnSp>
        <p:nvCxnSpPr>
          <p:cNvPr id="3145730" name="Straight Connector 14"/>
          <p:cNvCxnSpPr>
            <a:cxnSpLocks/>
          </p:cNvCxnSpPr>
          <p:nvPr/>
        </p:nvCxnSpPr>
        <p:spPr>
          <a:xfrm>
            <a:off x="273897" y="1307690"/>
            <a:ext cx="11916000" cy="0"/>
          </a:xfrm>
          <a:prstGeom prst="line"/>
          <a:ln>
            <a:solidFill>
              <a:srgbClr val="FF0000"/>
            </a:solidFill>
          </a:ln>
        </p:spPr>
        <p:style>
          <a:lnRef idx="3">
            <a:schemeClr val="dk1"/>
          </a:lnRef>
          <a:fillRef idx="0">
            <a:schemeClr val="dk1"/>
          </a:fillRef>
          <a:effectRef idx="2">
            <a:schemeClr val="dk1"/>
          </a:effectRef>
          <a:fontRef idx="minor">
            <a:schemeClr val="tx1"/>
          </a:fontRef>
        </p:style>
      </p:cxnSp>
      <p:pic>
        <p:nvPicPr>
          <p:cNvPr id="2097156" name="Picture 2" descr="Become a Member - Global Pulse Confederation"/>
          <p:cNvPicPr>
            <a:picLocks noChangeAspect="1" noChangeArrowheads="1"/>
          </p:cNvPicPr>
          <p:nvPr/>
        </p:nvPicPr>
        <p:blipFill>
          <a:blip xmlns:r="http://schemas.openxmlformats.org/officeDocument/2006/relationships" r:embed="rId2"/>
          <a:srcRect/>
          <a:stretch>
            <a:fillRect/>
          </a:stretch>
        </p:blipFill>
        <p:spPr bwMode="auto">
          <a:xfrm>
            <a:off x="8797768" y="2224950"/>
            <a:ext cx="3392129" cy="3443594"/>
          </a:xfrm>
          <a:prstGeom prst="rect"/>
          <a:noFill/>
        </p:spPr>
      </p:pic>
      <p:sp>
        <p:nvSpPr>
          <p:cNvPr id="1048602" name="TextBox 15"/>
          <p:cNvSpPr txBox="1"/>
          <p:nvPr/>
        </p:nvSpPr>
        <p:spPr>
          <a:xfrm>
            <a:off x="677563" y="1946788"/>
            <a:ext cx="7870549" cy="3291840"/>
          </a:xfrm>
          <a:prstGeom prst="rect"/>
          <a:noFill/>
        </p:spPr>
        <p:txBody>
          <a:bodyPr rtlCol="0" wrap="square">
            <a:spAutoFit/>
          </a:bodyPr>
          <a:p>
            <a:pPr indent="-285750" marL="285750">
              <a:buFont typeface="Arial" panose="020B0604020202020204" pitchFamily="34" charset="0"/>
              <a:buChar char="•"/>
            </a:pPr>
            <a:r>
              <a:rPr b="1" dirty="0" sz="2400" lang="en-IN">
                <a:latin typeface="Calibri" panose="020F0502020204030204" pitchFamily="34" charset="0"/>
                <a:ea typeface="Calibri" panose="020F0502020204030204" pitchFamily="34" charset="0"/>
                <a:cs typeface="Calibri" panose="020F0502020204030204" pitchFamily="34" charset="0"/>
              </a:rPr>
              <a:t>FR1</a:t>
            </a:r>
            <a:r>
              <a:rPr b="1" dirty="0" sz="2400" lang="en-IN">
                <a:latin typeface="Times New Roman" panose="02020603050405020304" pitchFamily="18" charset="0"/>
                <a:cs typeface="Times New Roman" panose="02020603050405020304" pitchFamily="18" charset="0"/>
              </a:rPr>
              <a:t>:</a:t>
            </a:r>
            <a:r>
              <a:rPr dirty="0" sz="2400" lang="en-IN">
                <a:latin typeface="Times New Roman" panose="02020603050405020304" pitchFamily="18" charset="0"/>
                <a:cs typeface="Times New Roman" panose="02020603050405020304" pitchFamily="18" charset="0"/>
              </a:rPr>
              <a:t> </a:t>
            </a:r>
            <a:r>
              <a:rPr dirty="0" sz="2400" lang="en-US">
                <a:latin typeface="Calibri" panose="020F0502020204030204" pitchFamily="34" charset="0"/>
                <a:ea typeface="Calibri" panose="020F0502020204030204" pitchFamily="34" charset="0"/>
                <a:cs typeface="Calibri" panose="020F0502020204030204" pitchFamily="34" charset="0"/>
              </a:rPr>
              <a:t>User Registration and Login (Student, Teacher, Admin) </a:t>
            </a:r>
          </a:p>
          <a:p>
            <a:pPr indent="-285750" marL="285750">
              <a:buFont typeface="Arial" panose="020B0604020202020204" pitchFamily="34" charset="0"/>
              <a:buChar char="•"/>
            </a:pPr>
            <a:r>
              <a:rPr b="1" dirty="0" sz="2400" lang="en-US">
                <a:latin typeface="Calibri" panose="020F0502020204030204" pitchFamily="34" charset="0"/>
                <a:ea typeface="Calibri" panose="020F0502020204030204" pitchFamily="34" charset="0"/>
                <a:cs typeface="Calibri" panose="020F0502020204030204" pitchFamily="34" charset="0"/>
              </a:rPr>
              <a:t>FR2: </a:t>
            </a:r>
            <a:r>
              <a:rPr dirty="0" sz="2400" lang="en-US">
                <a:latin typeface="Calibri" panose="020F0502020204030204" pitchFamily="34" charset="0"/>
                <a:ea typeface="Calibri" panose="020F0502020204030204" pitchFamily="34" charset="0"/>
                <a:cs typeface="Calibri" panose="020F0502020204030204" pitchFamily="34" charset="0"/>
              </a:rPr>
              <a:t>Course Creation and Management </a:t>
            </a:r>
          </a:p>
          <a:p>
            <a:pPr indent="-285750" marL="285750">
              <a:buFont typeface="Arial" panose="020B0604020202020204" pitchFamily="34" charset="0"/>
              <a:buChar char="•"/>
            </a:pPr>
            <a:r>
              <a:rPr b="1" dirty="0" sz="2400" lang="en-US">
                <a:latin typeface="Calibri" panose="020F0502020204030204" pitchFamily="34" charset="0"/>
                <a:ea typeface="Calibri" panose="020F0502020204030204" pitchFamily="34" charset="0"/>
                <a:cs typeface="Calibri" panose="020F0502020204030204" pitchFamily="34" charset="0"/>
              </a:rPr>
              <a:t>FR3: </a:t>
            </a:r>
            <a:r>
              <a:rPr dirty="0" sz="2400" lang="en-US">
                <a:latin typeface="Calibri" panose="020F0502020204030204" pitchFamily="34" charset="0"/>
                <a:ea typeface="Calibri" panose="020F0502020204030204" pitchFamily="34" charset="0"/>
                <a:cs typeface="Calibri" panose="020F0502020204030204" pitchFamily="34" charset="0"/>
              </a:rPr>
              <a:t>Upload and Access Study Materials (PDFs, videos) </a:t>
            </a:r>
          </a:p>
          <a:p>
            <a:pPr indent="-285750" marL="285750">
              <a:buFont typeface="Arial" panose="020B0604020202020204" pitchFamily="34" charset="0"/>
              <a:buChar char="•"/>
            </a:pPr>
            <a:r>
              <a:rPr b="1" dirty="0" sz="2400" lang="en-US">
                <a:latin typeface="Calibri" panose="020F0502020204030204" pitchFamily="34" charset="0"/>
                <a:ea typeface="Calibri" panose="020F0502020204030204" pitchFamily="34" charset="0"/>
                <a:cs typeface="Calibri" panose="020F0502020204030204" pitchFamily="34" charset="0"/>
              </a:rPr>
              <a:t>FR4: </a:t>
            </a:r>
            <a:r>
              <a:rPr dirty="0" sz="2400" lang="en-US">
                <a:latin typeface="Calibri" panose="020F0502020204030204" pitchFamily="34" charset="0"/>
                <a:ea typeface="Calibri" panose="020F0502020204030204" pitchFamily="34" charset="0"/>
                <a:cs typeface="Calibri" panose="020F0502020204030204" pitchFamily="34" charset="0"/>
              </a:rPr>
              <a:t>Assignment Submission </a:t>
            </a:r>
          </a:p>
          <a:p>
            <a:pPr indent="-285750" marL="285750">
              <a:buFont typeface="Arial" panose="020B0604020202020204" pitchFamily="34" charset="0"/>
              <a:buChar char="•"/>
            </a:pPr>
            <a:r>
              <a:rPr b="1" dirty="0" sz="2400" lang="en-US">
                <a:latin typeface="Calibri" panose="020F0502020204030204" pitchFamily="34" charset="0"/>
                <a:ea typeface="Calibri" panose="020F0502020204030204" pitchFamily="34" charset="0"/>
                <a:cs typeface="Calibri" panose="020F0502020204030204" pitchFamily="34" charset="0"/>
              </a:rPr>
              <a:t>FR5: </a:t>
            </a:r>
            <a:r>
              <a:rPr dirty="0" sz="2400" lang="en-US">
                <a:latin typeface="Calibri" panose="020F0502020204030204" pitchFamily="34" charset="0"/>
                <a:ea typeface="Calibri" panose="020F0502020204030204" pitchFamily="34" charset="0"/>
                <a:cs typeface="Calibri" panose="020F0502020204030204" pitchFamily="34" charset="0"/>
              </a:rPr>
              <a:t>Conduct Online Exams/Quizzes </a:t>
            </a:r>
          </a:p>
          <a:p>
            <a:pPr indent="-285750" marL="285750">
              <a:buFont typeface="Arial" panose="020B0604020202020204" pitchFamily="34" charset="0"/>
              <a:buChar char="•"/>
            </a:pPr>
            <a:r>
              <a:rPr b="1" dirty="0" sz="2400" lang="en-US">
                <a:latin typeface="Calibri" panose="020F0502020204030204" pitchFamily="34" charset="0"/>
                <a:ea typeface="Calibri" panose="020F0502020204030204" pitchFamily="34" charset="0"/>
                <a:cs typeface="Calibri" panose="020F0502020204030204" pitchFamily="34" charset="0"/>
              </a:rPr>
              <a:t>FR6: </a:t>
            </a:r>
            <a:r>
              <a:rPr dirty="0" sz="2400" lang="en-US">
                <a:latin typeface="Calibri" panose="020F0502020204030204" pitchFamily="34" charset="0"/>
                <a:ea typeface="Calibri" panose="020F0502020204030204" pitchFamily="34" charset="0"/>
                <a:cs typeface="Calibri" panose="020F0502020204030204" pitchFamily="34" charset="0"/>
              </a:rPr>
              <a:t>Evaluate and Grade Assignments </a:t>
            </a:r>
          </a:p>
          <a:p>
            <a:pPr indent="-285750" marL="285750">
              <a:buFont typeface="Arial" panose="020B0604020202020204" pitchFamily="34" charset="0"/>
              <a:buChar char="•"/>
            </a:pPr>
            <a:r>
              <a:rPr b="1" dirty="0" sz="2400" lang="en-US">
                <a:latin typeface="Calibri" panose="020F0502020204030204" pitchFamily="34" charset="0"/>
                <a:ea typeface="Calibri" panose="020F0502020204030204" pitchFamily="34" charset="0"/>
                <a:cs typeface="Calibri" panose="020F0502020204030204" pitchFamily="34" charset="0"/>
              </a:rPr>
              <a:t>FR7: </a:t>
            </a:r>
            <a:r>
              <a:rPr dirty="0" sz="2400" lang="en-US">
                <a:latin typeface="Calibri" panose="020F0502020204030204" pitchFamily="34" charset="0"/>
                <a:ea typeface="Calibri" panose="020F0502020204030204" pitchFamily="34" charset="0"/>
                <a:cs typeface="Calibri" panose="020F0502020204030204" pitchFamily="34" charset="0"/>
              </a:rPr>
              <a:t>View Results and Progress Reports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06" name="object 2"/>
          <p:cNvSpPr txBox="1">
            <a:spLocks noGrp="1"/>
          </p:cNvSpPr>
          <p:nvPr>
            <p:ph type="title"/>
          </p:nvPr>
        </p:nvSpPr>
        <p:spPr>
          <a:xfrm>
            <a:off x="1317632" y="342442"/>
            <a:ext cx="8199994" cy="685658"/>
          </a:xfrm>
          <a:prstGeom prst="rect"/>
        </p:spPr>
        <p:txBody>
          <a:bodyPr anchor="ctr" bIns="0" lIns="0" rIns="0" rtlCol="0" tIns="8467" vert="horz" wrap="square">
            <a:spAutoFit/>
          </a:bodyPr>
          <a:p>
            <a:pPr marL="8467">
              <a:lnSpc>
                <a:spcPct val="100000"/>
              </a:lnSpc>
              <a:spcBef>
                <a:spcPts val="67"/>
              </a:spcBef>
            </a:pPr>
            <a:r>
              <a:rPr dirty="0">
                <a:solidFill>
                  <a:srgbClr val="FF0000"/>
                </a:solidFill>
                <a:latin typeface="Times New Roman" panose="02020603050405020304" pitchFamily="18" charset="0"/>
                <a:cs typeface="Times New Roman" panose="02020603050405020304" pitchFamily="18" charset="0"/>
              </a:rPr>
              <a:t>Non</a:t>
            </a:r>
            <a:r>
              <a:rPr dirty="0" spc="-107">
                <a:solidFill>
                  <a:srgbClr val="FF0000"/>
                </a:solidFill>
                <a:latin typeface="Times New Roman" panose="02020603050405020304" pitchFamily="18" charset="0"/>
                <a:cs typeface="Times New Roman" panose="02020603050405020304" pitchFamily="18" charset="0"/>
              </a:rPr>
              <a:t> </a:t>
            </a:r>
            <a:r>
              <a:rPr dirty="0" spc="-80">
                <a:solidFill>
                  <a:srgbClr val="FF0000"/>
                </a:solidFill>
                <a:latin typeface="Times New Roman" panose="02020603050405020304" pitchFamily="18" charset="0"/>
                <a:cs typeface="Times New Roman" panose="02020603050405020304" pitchFamily="18" charset="0"/>
              </a:rPr>
              <a:t>Functional</a:t>
            </a:r>
            <a:r>
              <a:rPr dirty="0" spc="-107">
                <a:solidFill>
                  <a:srgbClr val="FF0000"/>
                </a:solidFill>
                <a:latin typeface="Times New Roman" panose="02020603050405020304" pitchFamily="18" charset="0"/>
                <a:cs typeface="Times New Roman" panose="02020603050405020304" pitchFamily="18" charset="0"/>
              </a:rPr>
              <a:t> </a:t>
            </a:r>
            <a:r>
              <a:rPr dirty="0" spc="-93">
                <a:solidFill>
                  <a:srgbClr val="FF0000"/>
                </a:solidFill>
                <a:latin typeface="Times New Roman" panose="02020603050405020304" pitchFamily="18" charset="0"/>
                <a:cs typeface="Times New Roman" panose="02020603050405020304" pitchFamily="18" charset="0"/>
              </a:rPr>
              <a:t>Requirements</a:t>
            </a:r>
            <a:r>
              <a:rPr dirty="0" lang="en-US" spc="-93">
                <a:solidFill>
                  <a:srgbClr val="FF0000"/>
                </a:solidFill>
                <a:latin typeface="Times New Roman" panose="02020603050405020304" pitchFamily="18" charset="0"/>
                <a:cs typeface="Times New Roman" panose="02020603050405020304" pitchFamily="18" charset="0"/>
              </a:rPr>
              <a:t> : </a:t>
            </a:r>
            <a:endParaRPr dirty="0" spc="-93">
              <a:solidFill>
                <a:srgbClr val="FF0000"/>
              </a:solidFill>
              <a:latin typeface="Times New Roman" panose="02020603050405020304" pitchFamily="18" charset="0"/>
              <a:cs typeface="Times New Roman" panose="02020603050405020304" pitchFamily="18" charset="0"/>
            </a:endParaRPr>
          </a:p>
        </p:txBody>
      </p:sp>
      <p:pic>
        <p:nvPicPr>
          <p:cNvPr id="2097157" name="object 3"/>
          <p:cNvPicPr>
            <a:picLocks/>
          </p:cNvPicPr>
          <p:nvPr/>
        </p:nvPicPr>
        <p:blipFill>
          <a:blip xmlns:r="http://schemas.openxmlformats.org/officeDocument/2006/relationships" r:embed="rId1" cstate="print"/>
          <a:stretch>
            <a:fillRect/>
          </a:stretch>
        </p:blipFill>
        <p:spPr>
          <a:xfrm>
            <a:off x="329040" y="101160"/>
            <a:ext cx="933449" cy="1047627"/>
          </a:xfrm>
          <a:prstGeom prst="rect"/>
        </p:spPr>
      </p:pic>
      <p:sp>
        <p:nvSpPr>
          <p:cNvPr id="1048607" name="object 4"/>
          <p:cNvSpPr/>
          <p:nvPr/>
        </p:nvSpPr>
        <p:spPr>
          <a:xfrm>
            <a:off x="0" y="0"/>
            <a:ext cx="273897" cy="6857153"/>
          </a:xfrm>
          <a:custGeom>
            <a:avLst/>
            <a:ah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bIns="0" lIns="0" rIns="0" rtlCol="0" tIns="0" wrap="square"/>
          <a:p>
            <a:endParaRPr sz="1200"/>
          </a:p>
        </p:txBody>
      </p:sp>
      <p:cxnSp>
        <p:nvCxnSpPr>
          <p:cNvPr id="3145731" name="Straight Connector 16"/>
          <p:cNvCxnSpPr>
            <a:cxnSpLocks/>
          </p:cNvCxnSpPr>
          <p:nvPr/>
        </p:nvCxnSpPr>
        <p:spPr>
          <a:xfrm>
            <a:off x="273897" y="1307690"/>
            <a:ext cx="11916000" cy="0"/>
          </a:xfrm>
          <a:prstGeom prst="line"/>
          <a:ln>
            <a:solidFill>
              <a:srgbClr val="FF0000"/>
            </a:solidFill>
          </a:ln>
        </p:spPr>
        <p:style>
          <a:lnRef idx="3">
            <a:schemeClr val="dk1"/>
          </a:lnRef>
          <a:fillRef idx="0">
            <a:schemeClr val="dk1"/>
          </a:fillRef>
          <a:effectRef idx="2">
            <a:schemeClr val="dk1"/>
          </a:effectRef>
          <a:fontRef idx="minor">
            <a:schemeClr val="tx1"/>
          </a:fontRef>
        </p:style>
      </p:cxnSp>
      <p:pic>
        <p:nvPicPr>
          <p:cNvPr id="2097158" name="Picture 18"/>
          <p:cNvPicPr>
            <a:picLocks noChangeAspect="1"/>
          </p:cNvPicPr>
          <p:nvPr/>
        </p:nvPicPr>
        <p:blipFill>
          <a:blip xmlns:r="http://schemas.openxmlformats.org/officeDocument/2006/relationships" r:embed="rId2"/>
          <a:stretch>
            <a:fillRect/>
          </a:stretch>
        </p:blipFill>
        <p:spPr>
          <a:xfrm>
            <a:off x="8250840" y="2078182"/>
            <a:ext cx="4025571" cy="3106881"/>
          </a:xfrm>
          <a:prstGeom prst="rect"/>
        </p:spPr>
      </p:pic>
      <p:sp>
        <p:nvSpPr>
          <p:cNvPr id="1048608" name="TextBox 19"/>
          <p:cNvSpPr txBox="1"/>
          <p:nvPr/>
        </p:nvSpPr>
        <p:spPr>
          <a:xfrm>
            <a:off x="406810" y="1725339"/>
            <a:ext cx="8269599" cy="4714240"/>
          </a:xfrm>
          <a:prstGeom prst="rect"/>
          <a:noFill/>
        </p:spPr>
        <p:txBody>
          <a:bodyPr rtlCol="0" wrap="square">
            <a:spAutoFit/>
          </a:bodyPr>
          <a:p>
            <a:pPr indent="-342900" marL="342900">
              <a:buFont typeface="Arial" panose="020B0604020202020204" pitchFamily="34" charset="0"/>
              <a:buChar char="•"/>
            </a:pPr>
            <a:r>
              <a:rPr b="1" dirty="0" sz="2400" lang="en-US">
                <a:latin typeface="Calibri" panose="020F0502020204030204" pitchFamily="34" charset="0"/>
                <a:ea typeface="Calibri" panose="020F0502020204030204" pitchFamily="34" charset="0"/>
                <a:cs typeface="Calibri" panose="020F0502020204030204" pitchFamily="34" charset="0"/>
              </a:rPr>
              <a:t>NFR 1: Performance</a:t>
            </a:r>
            <a:r>
              <a:rPr dirty="0" sz="2400" lang="en-US">
                <a:latin typeface="Calibri" panose="020F0502020204030204" pitchFamily="34" charset="0"/>
                <a:ea typeface="Calibri" panose="020F0502020204030204" pitchFamily="34" charset="0"/>
                <a:cs typeface="Calibri" panose="020F0502020204030204" pitchFamily="34" charset="0"/>
              </a:rPr>
              <a:t> – System should load quickly and handle many users </a:t>
            </a:r>
          </a:p>
          <a:p>
            <a:pPr indent="-342900" marL="342900">
              <a:buFont typeface="Arial" panose="020B0604020202020204" pitchFamily="34" charset="0"/>
              <a:buChar char="•"/>
            </a:pPr>
            <a:r>
              <a:rPr b="1" dirty="0" sz="2400" lang="en-US">
                <a:latin typeface="Calibri" panose="020F0502020204030204" pitchFamily="34" charset="0"/>
                <a:ea typeface="Calibri" panose="020F0502020204030204" pitchFamily="34" charset="0"/>
                <a:cs typeface="Calibri" panose="020F0502020204030204" pitchFamily="34" charset="0"/>
              </a:rPr>
              <a:t>NFR 2 : Security</a:t>
            </a:r>
            <a:r>
              <a:rPr dirty="0" sz="2400" lang="en-US">
                <a:latin typeface="Calibri" panose="020F0502020204030204" pitchFamily="34" charset="0"/>
                <a:ea typeface="Calibri" panose="020F0502020204030204" pitchFamily="34" charset="0"/>
                <a:cs typeface="Calibri" panose="020F0502020204030204" pitchFamily="34" charset="0"/>
              </a:rPr>
              <a:t> – User data must be protected (login authentication) </a:t>
            </a:r>
          </a:p>
          <a:p>
            <a:pPr indent="-342900" marL="342900">
              <a:buFont typeface="Arial" panose="020B0604020202020204" pitchFamily="34" charset="0"/>
              <a:buChar char="•"/>
            </a:pPr>
            <a:r>
              <a:rPr b="1" dirty="0" sz="2400" lang="en-US">
                <a:latin typeface="Calibri" panose="020F0502020204030204" pitchFamily="34" charset="0"/>
                <a:ea typeface="Calibri" panose="020F0502020204030204" pitchFamily="34" charset="0"/>
                <a:cs typeface="Calibri" panose="020F0502020204030204" pitchFamily="34" charset="0"/>
              </a:rPr>
              <a:t>NFR 3: Usability</a:t>
            </a:r>
            <a:r>
              <a:rPr dirty="0" sz="2400" lang="en-US">
                <a:latin typeface="Calibri" panose="020F0502020204030204" pitchFamily="34" charset="0"/>
                <a:ea typeface="Calibri" panose="020F0502020204030204" pitchFamily="34" charset="0"/>
                <a:cs typeface="Calibri" panose="020F0502020204030204" pitchFamily="34" charset="0"/>
              </a:rPr>
              <a:t> – Easy to use interface for students and teachers </a:t>
            </a:r>
          </a:p>
          <a:p>
            <a:pPr indent="-342900" marL="342900">
              <a:buFont typeface="Arial" panose="020B0604020202020204" pitchFamily="34" charset="0"/>
              <a:buChar char="•"/>
            </a:pPr>
            <a:r>
              <a:rPr b="1" dirty="0" sz="2400" lang="en-US">
                <a:latin typeface="Calibri" panose="020F0502020204030204" pitchFamily="34" charset="0"/>
                <a:ea typeface="Calibri" panose="020F0502020204030204" pitchFamily="34" charset="0"/>
                <a:cs typeface="Calibri" panose="020F0502020204030204" pitchFamily="34" charset="0"/>
              </a:rPr>
              <a:t>NFR 4: Reliability</a:t>
            </a:r>
            <a:r>
              <a:rPr dirty="0" sz="2400" lang="en-US">
                <a:latin typeface="Calibri" panose="020F0502020204030204" pitchFamily="34" charset="0"/>
                <a:ea typeface="Calibri" panose="020F0502020204030204" pitchFamily="34" charset="0"/>
                <a:cs typeface="Calibri" panose="020F0502020204030204" pitchFamily="34" charset="0"/>
              </a:rPr>
              <a:t> – System should work without crashes </a:t>
            </a:r>
          </a:p>
          <a:p>
            <a:pPr indent="-342900" marL="342900">
              <a:buFont typeface="Arial" panose="020B0604020202020204" pitchFamily="34" charset="0"/>
              <a:buChar char="•"/>
            </a:pPr>
            <a:r>
              <a:rPr b="1" dirty="0" sz="2400" lang="en-US">
                <a:latin typeface="Calibri" panose="020F0502020204030204" pitchFamily="34" charset="0"/>
                <a:ea typeface="Calibri" panose="020F0502020204030204" pitchFamily="34" charset="0"/>
                <a:cs typeface="Calibri" panose="020F0502020204030204" pitchFamily="34" charset="0"/>
              </a:rPr>
              <a:t>NFR 5 : Scalability</a:t>
            </a:r>
            <a:r>
              <a:rPr dirty="0" sz="2400" lang="en-US">
                <a:latin typeface="Calibri" panose="020F0502020204030204" pitchFamily="34" charset="0"/>
                <a:ea typeface="Calibri" panose="020F0502020204030204" pitchFamily="34" charset="0"/>
                <a:cs typeface="Calibri" panose="020F0502020204030204" pitchFamily="34" charset="0"/>
              </a:rPr>
              <a:t> – Can handle increasing number of users </a:t>
            </a:r>
          </a:p>
          <a:p>
            <a:pPr indent="-342900" marL="342900">
              <a:buFont typeface="Arial" panose="020B0604020202020204" pitchFamily="34" charset="0"/>
              <a:buChar char="•"/>
            </a:pPr>
            <a:r>
              <a:rPr b="1" dirty="0" sz="2400" lang="en-US">
                <a:latin typeface="Calibri" panose="020F0502020204030204" pitchFamily="34" charset="0"/>
                <a:ea typeface="Calibri" panose="020F0502020204030204" pitchFamily="34" charset="0"/>
                <a:cs typeface="Calibri" panose="020F0502020204030204" pitchFamily="34" charset="0"/>
              </a:rPr>
              <a:t>NFR 6 : Availability</a:t>
            </a:r>
            <a:r>
              <a:rPr dirty="0" sz="2400" lang="en-US">
                <a:latin typeface="Calibri" panose="020F0502020204030204" pitchFamily="34" charset="0"/>
                <a:ea typeface="Calibri" panose="020F0502020204030204" pitchFamily="34" charset="0"/>
                <a:cs typeface="Calibri" panose="020F0502020204030204" pitchFamily="34" charset="0"/>
              </a:rPr>
              <a:t> – System should be available 24/7 </a:t>
            </a:r>
          </a:p>
          <a:p>
            <a:pPr indent="-342900" marL="342900">
              <a:buFont typeface="Arial" panose="020B0604020202020204" pitchFamily="34" charset="0"/>
              <a:buChar char="•"/>
            </a:pPr>
            <a:r>
              <a:rPr b="1" dirty="0" sz="2400" lang="en-US">
                <a:latin typeface="Calibri" panose="020F0502020204030204" pitchFamily="34" charset="0"/>
                <a:ea typeface="Calibri" panose="020F0502020204030204" pitchFamily="34" charset="0"/>
                <a:cs typeface="Calibri" panose="020F0502020204030204" pitchFamily="34" charset="0"/>
              </a:rPr>
              <a:t>NFR 7 : Maintainability</a:t>
            </a:r>
            <a:r>
              <a:rPr dirty="0" sz="2400" lang="en-US">
                <a:latin typeface="Calibri" panose="020F0502020204030204" pitchFamily="34" charset="0"/>
                <a:ea typeface="Calibri" panose="020F0502020204030204" pitchFamily="34" charset="0"/>
                <a:cs typeface="Calibri" panose="020F0502020204030204" pitchFamily="34" charset="0"/>
              </a:rPr>
              <a:t> – Easy to update and fix issues </a:t>
            </a:r>
          </a:p>
          <a:p>
            <a:pPr indent="-342900" marL="342900">
              <a:buFont typeface="Arial" panose="020B0604020202020204" pitchFamily="34" charset="0"/>
              <a:buChar char="•"/>
            </a:pPr>
            <a:r>
              <a:rPr b="1" dirty="0" sz="2400" lang="en-US">
                <a:latin typeface="Calibri" panose="020F0502020204030204" pitchFamily="34" charset="0"/>
                <a:ea typeface="Calibri" panose="020F0502020204030204" pitchFamily="34" charset="0"/>
                <a:cs typeface="Calibri" panose="020F0502020204030204" pitchFamily="34" charset="0"/>
              </a:rPr>
              <a:t>NFR 8 : Compatibility</a:t>
            </a:r>
            <a:r>
              <a:rPr dirty="0" sz="2400" lang="en-US">
                <a:latin typeface="Calibri" panose="020F0502020204030204" pitchFamily="34" charset="0"/>
                <a:ea typeface="Calibri" panose="020F0502020204030204" pitchFamily="34" charset="0"/>
                <a:cs typeface="Calibri" panose="020F0502020204030204" pitchFamily="34" charset="0"/>
              </a:rPr>
              <a:t> – Works on mobile, tablet, and desktop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12" name="object 2"/>
          <p:cNvSpPr txBox="1">
            <a:spLocks noGrp="1"/>
          </p:cNvSpPr>
          <p:nvPr>
            <p:ph type="title"/>
          </p:nvPr>
        </p:nvSpPr>
        <p:spPr>
          <a:xfrm>
            <a:off x="1317632" y="342442"/>
            <a:ext cx="8199994" cy="685658"/>
          </a:xfrm>
          <a:prstGeom prst="rect"/>
        </p:spPr>
        <p:txBody>
          <a:bodyPr anchor="ctr" bIns="0" lIns="0" rIns="0" rtlCol="0" tIns="8467" vert="horz" wrap="square">
            <a:spAutoFit/>
          </a:bodyPr>
          <a:p>
            <a:pPr marL="8467">
              <a:lnSpc>
                <a:spcPct val="100000"/>
              </a:lnSpc>
              <a:spcBef>
                <a:spcPts val="67"/>
              </a:spcBef>
            </a:pPr>
            <a:r>
              <a:rPr b="1" dirty="0" lang="en-US" spc="-93">
                <a:solidFill>
                  <a:srgbClr val="FF0000"/>
                </a:solidFill>
                <a:latin typeface="Times New Roman" panose="02020603050405020304" pitchFamily="18" charset="0"/>
                <a:cs typeface="Times New Roman" panose="02020603050405020304" pitchFamily="18" charset="0"/>
              </a:rPr>
              <a:t>Use Case Diagram : </a:t>
            </a:r>
            <a:endParaRPr b="1" dirty="0" spc="-93">
              <a:solidFill>
                <a:srgbClr val="FF0000"/>
              </a:solidFill>
              <a:latin typeface="Times New Roman" panose="02020603050405020304" pitchFamily="18" charset="0"/>
              <a:cs typeface="Times New Roman" panose="02020603050405020304" pitchFamily="18" charset="0"/>
            </a:endParaRPr>
          </a:p>
        </p:txBody>
      </p:sp>
      <p:pic>
        <p:nvPicPr>
          <p:cNvPr id="2097159" name="object 3"/>
          <p:cNvPicPr>
            <a:picLocks/>
          </p:cNvPicPr>
          <p:nvPr/>
        </p:nvPicPr>
        <p:blipFill>
          <a:blip xmlns:r="http://schemas.openxmlformats.org/officeDocument/2006/relationships" r:embed="rId1" cstate="print"/>
          <a:stretch>
            <a:fillRect/>
          </a:stretch>
        </p:blipFill>
        <p:spPr>
          <a:xfrm>
            <a:off x="329040" y="101160"/>
            <a:ext cx="933449" cy="1047627"/>
          </a:xfrm>
          <a:prstGeom prst="rect"/>
        </p:spPr>
      </p:pic>
      <p:sp>
        <p:nvSpPr>
          <p:cNvPr id="1048613" name="object 4"/>
          <p:cNvSpPr/>
          <p:nvPr/>
        </p:nvSpPr>
        <p:spPr>
          <a:xfrm>
            <a:off x="0" y="0"/>
            <a:ext cx="273897" cy="6857153"/>
          </a:xfrm>
          <a:custGeom>
            <a:avLst/>
            <a:ah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bIns="0" lIns="0" rIns="0" rtlCol="0" tIns="0" wrap="square"/>
          <a:p>
            <a:endParaRPr sz="1200"/>
          </a:p>
        </p:txBody>
      </p:sp>
      <p:cxnSp>
        <p:nvCxnSpPr>
          <p:cNvPr id="3145732" name="Straight Connector 16"/>
          <p:cNvCxnSpPr>
            <a:cxnSpLocks/>
          </p:cNvCxnSpPr>
          <p:nvPr/>
        </p:nvCxnSpPr>
        <p:spPr>
          <a:xfrm>
            <a:off x="273897" y="1154150"/>
            <a:ext cx="11916000" cy="0"/>
          </a:xfrm>
          <a:prstGeom prst="line"/>
          <a:ln>
            <a:solidFill>
              <a:srgbClr val="FF0000"/>
            </a:solidFill>
          </a:ln>
        </p:spPr>
        <p:style>
          <a:lnRef idx="3">
            <a:schemeClr val="dk1"/>
          </a:lnRef>
          <a:fillRef idx="0">
            <a:schemeClr val="dk1"/>
          </a:fillRef>
          <a:effectRef idx="2">
            <a:schemeClr val="dk1"/>
          </a:effectRef>
          <a:fontRef idx="minor">
            <a:schemeClr val="tx1"/>
          </a:fontRef>
        </p:style>
      </p:cxnSp>
      <p:pic>
        <p:nvPicPr>
          <p:cNvPr id="2097160" name="Picture 5"/>
          <p:cNvPicPr>
            <a:picLocks noChangeAspect="1"/>
          </p:cNvPicPr>
          <p:nvPr/>
        </p:nvPicPr>
        <p:blipFill>
          <a:blip xmlns:r="http://schemas.openxmlformats.org/officeDocument/2006/relationships" r:embed="rId2"/>
          <a:stretch>
            <a:fillRect/>
          </a:stretch>
        </p:blipFill>
        <p:spPr>
          <a:xfrm>
            <a:off x="5034116" y="1319781"/>
            <a:ext cx="6990735" cy="5371741"/>
          </a:xfrm>
          <a:prstGeom prst="rect"/>
        </p:spPr>
      </p:pic>
      <p:sp>
        <p:nvSpPr>
          <p:cNvPr id="1048614" name="TextBox 7"/>
          <p:cNvSpPr txBox="1"/>
          <p:nvPr/>
        </p:nvSpPr>
        <p:spPr>
          <a:xfrm>
            <a:off x="654128" y="1670017"/>
            <a:ext cx="3999756" cy="5292090"/>
          </a:xfrm>
          <a:prstGeom prst="rect"/>
          <a:noFill/>
        </p:spPr>
        <p:txBody>
          <a:bodyPr rtlCol="0" wrap="square">
            <a:spAutoFit/>
          </a:bodyPr>
          <a:p>
            <a:pPr indent="-285750" marL="285750">
              <a:lnSpc>
                <a:spcPct val="150000"/>
              </a:lnSpc>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 Components: </a:t>
            </a:r>
            <a:r>
              <a:rPr dirty="0" lang="en-US">
                <a:latin typeface="Calibri" panose="020F0502020204030204" pitchFamily="34" charset="0"/>
                <a:ea typeface="Calibri" panose="020F0502020204030204" pitchFamily="34" charset="0"/>
                <a:cs typeface="Calibri" panose="020F0502020204030204" pitchFamily="34" charset="0"/>
              </a:rPr>
              <a:t>Actors (Teacher, Student, Admin), Use Cases, System Boundary, «include» &amp; «extend».</a:t>
            </a:r>
          </a:p>
          <a:p>
            <a:pPr indent="-285750" marL="285750">
              <a:lnSpc>
                <a:spcPct val="150000"/>
              </a:lnSpc>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 Interaction:</a:t>
            </a:r>
            <a:r>
              <a:rPr dirty="0" lang="en-US">
                <a:latin typeface="Calibri" panose="020F0502020204030204" pitchFamily="34" charset="0"/>
                <a:ea typeface="Calibri" panose="020F0502020204030204" pitchFamily="34" charset="0"/>
                <a:cs typeface="Calibri" panose="020F0502020204030204" pitchFamily="34" charset="0"/>
              </a:rPr>
              <a:t> Each actor performs specific tasks like teaching, learning, and managing .</a:t>
            </a:r>
          </a:p>
          <a:p>
            <a:pPr indent="-285750" marL="285750">
              <a:lnSpc>
                <a:spcPct val="150000"/>
              </a:lnSpc>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Relationships: </a:t>
            </a:r>
            <a:r>
              <a:rPr dirty="0" lang="en-US">
                <a:latin typeface="Calibri" panose="020F0502020204030204" pitchFamily="34" charset="0"/>
                <a:ea typeface="Calibri" panose="020F0502020204030204" pitchFamily="34" charset="0"/>
                <a:cs typeface="Calibri" panose="020F0502020204030204" pitchFamily="34" charset="0"/>
              </a:rPr>
              <a:t>«include» = mandatory step, «extend» = optional feature.</a:t>
            </a:r>
          </a:p>
          <a:p>
            <a:pPr indent="-285750" marL="285750">
              <a:lnSpc>
                <a:spcPct val="150000"/>
              </a:lnSpc>
              <a:buFont typeface="Arial" panose="020B0604020202020204" pitchFamily="34" charset="0"/>
              <a:buChar char="•"/>
            </a:pPr>
            <a:r>
              <a:rPr dirty="0" lang="en-US">
                <a:latin typeface="Calibri" panose="020F0502020204030204" pitchFamily="34" charset="0"/>
                <a:ea typeface="Calibri" panose="020F0502020204030204" pitchFamily="34" charset="0"/>
                <a:cs typeface="Calibri" panose="020F0502020204030204" pitchFamily="34" charset="0"/>
              </a:rPr>
              <a:t> </a:t>
            </a:r>
            <a:r>
              <a:rPr b="1" dirty="0" lang="en-US">
                <a:latin typeface="Calibri" panose="020F0502020204030204" pitchFamily="34" charset="0"/>
                <a:ea typeface="Calibri" panose="020F0502020204030204" pitchFamily="34" charset="0"/>
                <a:cs typeface="Calibri" panose="020F0502020204030204" pitchFamily="34" charset="0"/>
              </a:rPr>
              <a:t>Working: </a:t>
            </a:r>
            <a:r>
              <a:rPr dirty="0" lang="en-US">
                <a:latin typeface="Calibri" panose="020F0502020204030204" pitchFamily="34" charset="0"/>
                <a:ea typeface="Calibri" panose="020F0502020204030204" pitchFamily="34" charset="0"/>
                <a:cs typeface="Calibri" panose="020F0502020204030204" pitchFamily="34" charset="0"/>
              </a:rPr>
              <a:t>User logs in → performs role-based actions within the system.</a:t>
            </a:r>
            <a:endParaRPr dirty="0" lang="en-IN">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18" name="object 2"/>
          <p:cNvSpPr txBox="1">
            <a:spLocks noGrp="1"/>
          </p:cNvSpPr>
          <p:nvPr>
            <p:ph type="title"/>
          </p:nvPr>
        </p:nvSpPr>
        <p:spPr>
          <a:xfrm>
            <a:off x="1317632" y="342442"/>
            <a:ext cx="8199994" cy="685658"/>
          </a:xfrm>
          <a:prstGeom prst="rect"/>
        </p:spPr>
        <p:txBody>
          <a:bodyPr anchor="ctr" bIns="0" lIns="0" rIns="0" rtlCol="0" tIns="8467" vert="horz" wrap="square">
            <a:spAutoFit/>
          </a:bodyPr>
          <a:p>
            <a:pPr marL="8467">
              <a:lnSpc>
                <a:spcPct val="100000"/>
              </a:lnSpc>
              <a:spcBef>
                <a:spcPts val="67"/>
              </a:spcBef>
            </a:pPr>
            <a:r>
              <a:rPr b="1" dirty="0" lang="en-US" spc="-93">
                <a:solidFill>
                  <a:srgbClr val="FF0000"/>
                </a:solidFill>
                <a:latin typeface="Times New Roman" panose="02020603050405020304" pitchFamily="18" charset="0"/>
                <a:cs typeface="Times New Roman" panose="02020603050405020304" pitchFamily="18" charset="0"/>
              </a:rPr>
              <a:t> Class Diagram : </a:t>
            </a:r>
            <a:endParaRPr b="1" dirty="0" spc="-93">
              <a:solidFill>
                <a:srgbClr val="FF0000"/>
              </a:solidFill>
              <a:latin typeface="Times New Roman" panose="02020603050405020304" pitchFamily="18" charset="0"/>
              <a:cs typeface="Times New Roman" panose="02020603050405020304" pitchFamily="18" charset="0"/>
            </a:endParaRPr>
          </a:p>
        </p:txBody>
      </p:sp>
      <p:pic>
        <p:nvPicPr>
          <p:cNvPr id="2097161" name="object 3"/>
          <p:cNvPicPr>
            <a:picLocks/>
          </p:cNvPicPr>
          <p:nvPr/>
        </p:nvPicPr>
        <p:blipFill>
          <a:blip xmlns:r="http://schemas.openxmlformats.org/officeDocument/2006/relationships" r:embed="rId1" cstate="print"/>
          <a:stretch>
            <a:fillRect/>
          </a:stretch>
        </p:blipFill>
        <p:spPr>
          <a:xfrm>
            <a:off x="329040" y="101160"/>
            <a:ext cx="933449" cy="1047627"/>
          </a:xfrm>
          <a:prstGeom prst="rect"/>
        </p:spPr>
      </p:pic>
      <p:sp>
        <p:nvSpPr>
          <p:cNvPr id="1048619" name="object 4"/>
          <p:cNvSpPr/>
          <p:nvPr/>
        </p:nvSpPr>
        <p:spPr>
          <a:xfrm>
            <a:off x="0" y="0"/>
            <a:ext cx="273897" cy="6857153"/>
          </a:xfrm>
          <a:custGeom>
            <a:avLst/>
            <a:ah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bIns="0" lIns="0" rIns="0" rtlCol="0" tIns="0" wrap="square"/>
          <a:p>
            <a:endParaRPr sz="1200"/>
          </a:p>
        </p:txBody>
      </p:sp>
      <p:cxnSp>
        <p:nvCxnSpPr>
          <p:cNvPr id="3145733" name="Straight Connector 16"/>
          <p:cNvCxnSpPr>
            <a:cxnSpLocks/>
          </p:cNvCxnSpPr>
          <p:nvPr/>
        </p:nvCxnSpPr>
        <p:spPr>
          <a:xfrm>
            <a:off x="273897" y="1307690"/>
            <a:ext cx="11916000" cy="0"/>
          </a:xfrm>
          <a:prstGeom prst="line"/>
          <a:ln>
            <a:solidFill>
              <a:srgbClr val="FF0000"/>
            </a:solidFill>
          </a:ln>
        </p:spPr>
        <p:style>
          <a:lnRef idx="3">
            <a:schemeClr val="dk1"/>
          </a:lnRef>
          <a:fillRef idx="0">
            <a:schemeClr val="dk1"/>
          </a:fillRef>
          <a:effectRef idx="2">
            <a:schemeClr val="dk1"/>
          </a:effectRef>
          <a:fontRef idx="minor">
            <a:schemeClr val="tx1"/>
          </a:fontRef>
        </p:style>
      </p:cxnSp>
      <p:pic>
        <p:nvPicPr>
          <p:cNvPr id="2097162" name="Picture 5"/>
          <p:cNvPicPr>
            <a:picLocks noChangeAspect="1"/>
          </p:cNvPicPr>
          <p:nvPr/>
        </p:nvPicPr>
        <p:blipFill>
          <a:blip xmlns:r="http://schemas.openxmlformats.org/officeDocument/2006/relationships" r:embed="rId2"/>
          <a:stretch>
            <a:fillRect/>
          </a:stretch>
        </p:blipFill>
        <p:spPr>
          <a:xfrm>
            <a:off x="4155311" y="1447062"/>
            <a:ext cx="7917083" cy="5270719"/>
          </a:xfrm>
          <a:prstGeom prst="rect"/>
        </p:spPr>
      </p:pic>
      <p:sp>
        <p:nvSpPr>
          <p:cNvPr id="1048620" name="TextBox 9"/>
          <p:cNvSpPr txBox="1"/>
          <p:nvPr/>
        </p:nvSpPr>
        <p:spPr>
          <a:xfrm>
            <a:off x="329040" y="1579992"/>
            <a:ext cx="3560054" cy="4892040"/>
          </a:xfrm>
          <a:prstGeom prst="rect"/>
          <a:noFill/>
        </p:spPr>
        <p:txBody>
          <a:bodyPr rtlCol="0" wrap="square">
            <a:spAutoFit/>
          </a:bodyPr>
          <a:p>
            <a:pPr indent="-285750" marL="285750">
              <a:buFont typeface="Arial" panose="020B0604020202020204" pitchFamily="34" charset="0"/>
              <a:buChar char="•"/>
            </a:pPr>
            <a:r>
              <a:rPr dirty="0" lang="en-US"/>
              <a:t> </a:t>
            </a:r>
            <a:r>
              <a:rPr b="1" dirty="0" lang="en-US">
                <a:latin typeface="Calibri" panose="020F0502020204030204" pitchFamily="34" charset="0"/>
                <a:ea typeface="Calibri" panose="020F0502020204030204" pitchFamily="34" charset="0"/>
                <a:cs typeface="Calibri" panose="020F0502020204030204" pitchFamily="34" charset="0"/>
              </a:rPr>
              <a:t>Components: </a:t>
            </a:r>
            <a:r>
              <a:rPr dirty="0" lang="en-US">
                <a:latin typeface="Calibri" panose="020F0502020204030204" pitchFamily="34" charset="0"/>
                <a:ea typeface="Calibri" panose="020F0502020204030204" pitchFamily="34" charset="0"/>
                <a:cs typeface="Calibri" panose="020F0502020204030204" pitchFamily="34" charset="0"/>
              </a:rPr>
              <a:t>Classes like User (Admin, Instructor, Student), Course, Module, Content, Assignment, Quiz, Payment, Submission</a:t>
            </a:r>
          </a:p>
          <a:p>
            <a:pPr indent="-285750" marL="285750">
              <a:buFont typeface="Arial" panose="020B0604020202020204" pitchFamily="34" charset="0"/>
              <a:buChar char="•"/>
            </a:pPr>
            <a:r>
              <a:rPr dirty="0" lang="en-US">
                <a:latin typeface="Calibri" panose="020F0502020204030204" pitchFamily="34" charset="0"/>
                <a:ea typeface="Calibri" panose="020F0502020204030204" pitchFamily="34" charset="0"/>
                <a:cs typeface="Calibri" panose="020F0502020204030204" pitchFamily="34" charset="0"/>
              </a:rPr>
              <a:t> </a:t>
            </a:r>
            <a:r>
              <a:rPr b="1" dirty="0" lang="en-US">
                <a:latin typeface="Calibri" panose="020F0502020204030204" pitchFamily="34" charset="0"/>
                <a:ea typeface="Calibri" panose="020F0502020204030204" pitchFamily="34" charset="0"/>
                <a:cs typeface="Calibri" panose="020F0502020204030204" pitchFamily="34" charset="0"/>
              </a:rPr>
              <a:t>Structure: </a:t>
            </a:r>
            <a:r>
              <a:rPr dirty="0" lang="en-US">
                <a:latin typeface="Calibri" panose="020F0502020204030204" pitchFamily="34" charset="0"/>
                <a:ea typeface="Calibri" panose="020F0502020204030204" pitchFamily="34" charset="0"/>
                <a:cs typeface="Calibri" panose="020F0502020204030204" pitchFamily="34" charset="0"/>
              </a:rPr>
              <a:t>Shows attributes (data) and methods (functions) of each class</a:t>
            </a:r>
          </a:p>
          <a:p>
            <a:pPr indent="-285750" marL="285750">
              <a:buFont typeface="Arial" panose="020B0604020202020204" pitchFamily="34" charset="0"/>
              <a:buChar char="•"/>
            </a:pPr>
            <a:r>
              <a:rPr dirty="0" lang="en-US">
                <a:latin typeface="Calibri" panose="020F0502020204030204" pitchFamily="34" charset="0"/>
                <a:ea typeface="Calibri" panose="020F0502020204030204" pitchFamily="34" charset="0"/>
                <a:cs typeface="Calibri" panose="020F0502020204030204" pitchFamily="34" charset="0"/>
              </a:rPr>
              <a:t> </a:t>
            </a:r>
            <a:r>
              <a:rPr b="1" dirty="0" lang="en-US">
                <a:latin typeface="Calibri" panose="020F0502020204030204" pitchFamily="34" charset="0"/>
                <a:ea typeface="Calibri" panose="020F0502020204030204" pitchFamily="34" charset="0"/>
                <a:cs typeface="Calibri" panose="020F0502020204030204" pitchFamily="34" charset="0"/>
              </a:rPr>
              <a:t>Relationships: </a:t>
            </a:r>
            <a:r>
              <a:rPr dirty="0" lang="en-US">
                <a:latin typeface="Calibri" panose="020F0502020204030204" pitchFamily="34" charset="0"/>
                <a:ea typeface="Calibri" panose="020F0502020204030204" pitchFamily="34" charset="0"/>
                <a:cs typeface="Calibri" panose="020F0502020204030204" pitchFamily="34" charset="0"/>
              </a:rPr>
              <a:t>Inheritance (User → Admin/Instructor/Student) and associations (Student enrolls, Instructor creates, etc.)</a:t>
            </a:r>
          </a:p>
          <a:p>
            <a:pPr indent="-285750" marL="285750">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 Working: </a:t>
            </a:r>
            <a:r>
              <a:rPr dirty="0" lang="en-US">
                <a:latin typeface="Calibri" panose="020F0502020204030204" pitchFamily="34" charset="0"/>
                <a:ea typeface="Calibri" panose="020F0502020204030204" pitchFamily="34" charset="0"/>
                <a:cs typeface="Calibri" panose="020F0502020204030204" pitchFamily="34" charset="0"/>
              </a:rPr>
              <a:t>System manages courses where instructors create content, students learn &amp; submit work, and payments track enrollments</a:t>
            </a:r>
            <a:endParaRPr dirty="0" lang="en-IN">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21" name="object 2"/>
          <p:cNvSpPr txBox="1">
            <a:spLocks noGrp="1"/>
          </p:cNvSpPr>
          <p:nvPr>
            <p:ph type="title"/>
          </p:nvPr>
        </p:nvSpPr>
        <p:spPr>
          <a:xfrm>
            <a:off x="1317632" y="342442"/>
            <a:ext cx="8199994" cy="685658"/>
          </a:xfrm>
          <a:prstGeom prst="rect"/>
        </p:spPr>
        <p:txBody>
          <a:bodyPr anchor="ctr" bIns="0" lIns="0" rIns="0" rtlCol="0" tIns="8467" vert="horz" wrap="square">
            <a:spAutoFit/>
          </a:bodyPr>
          <a:p>
            <a:pPr marL="8467">
              <a:lnSpc>
                <a:spcPct val="100000"/>
              </a:lnSpc>
              <a:spcBef>
                <a:spcPts val="67"/>
              </a:spcBef>
            </a:pPr>
            <a:r>
              <a:rPr b="1" dirty="0" lang="en-US" spc="-93">
                <a:solidFill>
                  <a:srgbClr val="FF0000"/>
                </a:solidFill>
                <a:latin typeface="Times New Roman" panose="02020603050405020304" pitchFamily="18" charset="0"/>
                <a:cs typeface="Times New Roman" panose="02020603050405020304" pitchFamily="18" charset="0"/>
              </a:rPr>
              <a:t>Sequence Diagram – </a:t>
            </a:r>
            <a:endParaRPr b="1" dirty="0" spc="-93">
              <a:solidFill>
                <a:srgbClr val="FF0000"/>
              </a:solidFill>
              <a:latin typeface="Times New Roman" panose="02020603050405020304" pitchFamily="18" charset="0"/>
              <a:cs typeface="Times New Roman" panose="02020603050405020304" pitchFamily="18" charset="0"/>
            </a:endParaRPr>
          </a:p>
        </p:txBody>
      </p:sp>
      <p:pic>
        <p:nvPicPr>
          <p:cNvPr id="2097163" name="object 3"/>
          <p:cNvPicPr>
            <a:picLocks/>
          </p:cNvPicPr>
          <p:nvPr/>
        </p:nvPicPr>
        <p:blipFill>
          <a:blip xmlns:r="http://schemas.openxmlformats.org/officeDocument/2006/relationships" r:embed="rId1" cstate="print"/>
          <a:stretch>
            <a:fillRect/>
          </a:stretch>
        </p:blipFill>
        <p:spPr>
          <a:xfrm>
            <a:off x="329040" y="101160"/>
            <a:ext cx="933449" cy="1047627"/>
          </a:xfrm>
          <a:prstGeom prst="rect"/>
        </p:spPr>
      </p:pic>
      <p:sp>
        <p:nvSpPr>
          <p:cNvPr id="1048622" name="object 4"/>
          <p:cNvSpPr/>
          <p:nvPr/>
        </p:nvSpPr>
        <p:spPr>
          <a:xfrm>
            <a:off x="0" y="0"/>
            <a:ext cx="273897" cy="6857153"/>
          </a:xfrm>
          <a:custGeom>
            <a:avLst/>
            <a:ah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bIns="0" lIns="0" rIns="0" rtlCol="0" tIns="0" wrap="square"/>
          <a:p>
            <a:endParaRPr sz="1200"/>
          </a:p>
        </p:txBody>
      </p:sp>
      <p:cxnSp>
        <p:nvCxnSpPr>
          <p:cNvPr id="3145734" name="Straight Connector 16"/>
          <p:cNvCxnSpPr>
            <a:cxnSpLocks/>
          </p:cNvCxnSpPr>
          <p:nvPr/>
        </p:nvCxnSpPr>
        <p:spPr>
          <a:xfrm>
            <a:off x="273897" y="1307690"/>
            <a:ext cx="11916000" cy="0"/>
          </a:xfrm>
          <a:prstGeom prst="line"/>
          <a:ln>
            <a:solidFill>
              <a:srgbClr val="FF0000"/>
            </a:solidFill>
          </a:ln>
        </p:spPr>
        <p:style>
          <a:lnRef idx="3">
            <a:schemeClr val="dk1"/>
          </a:lnRef>
          <a:fillRef idx="0">
            <a:schemeClr val="dk1"/>
          </a:fillRef>
          <a:effectRef idx="2">
            <a:schemeClr val="dk1"/>
          </a:effectRef>
          <a:fontRef idx="minor">
            <a:schemeClr val="tx1"/>
          </a:fontRef>
        </p:style>
      </p:cxnSp>
      <p:pic>
        <p:nvPicPr>
          <p:cNvPr id="2097164" name="Picture 5"/>
          <p:cNvPicPr>
            <a:picLocks noChangeAspect="1"/>
          </p:cNvPicPr>
          <p:nvPr/>
        </p:nvPicPr>
        <p:blipFill>
          <a:blip xmlns:r="http://schemas.openxmlformats.org/officeDocument/2006/relationships" r:embed="rId2"/>
          <a:stretch>
            <a:fillRect/>
          </a:stretch>
        </p:blipFill>
        <p:spPr>
          <a:xfrm>
            <a:off x="4629873" y="1645418"/>
            <a:ext cx="7239120" cy="4870136"/>
          </a:xfrm>
          <a:prstGeom prst="rect"/>
        </p:spPr>
      </p:pic>
      <p:sp>
        <p:nvSpPr>
          <p:cNvPr id="1048623" name="TextBox 6"/>
          <p:cNvSpPr txBox="1"/>
          <p:nvPr/>
        </p:nvSpPr>
        <p:spPr>
          <a:xfrm>
            <a:off x="459468" y="1541329"/>
            <a:ext cx="3984833" cy="4892040"/>
          </a:xfrm>
          <a:prstGeom prst="rect"/>
          <a:noFill/>
        </p:spPr>
        <p:txBody>
          <a:bodyPr rtlCol="0" wrap="square">
            <a:spAutoFit/>
          </a:bodyPr>
          <a:p>
            <a:pPr indent="-285750" marL="285750">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Components Used: </a:t>
            </a:r>
            <a:r>
              <a:rPr dirty="0" lang="en-US">
                <a:latin typeface="Calibri" panose="020F0502020204030204" pitchFamily="34" charset="0"/>
                <a:ea typeface="Calibri" panose="020F0502020204030204" pitchFamily="34" charset="0"/>
                <a:cs typeface="Calibri" panose="020F0502020204030204" pitchFamily="34" charset="0"/>
              </a:rPr>
              <a:t>The diagram includes Teacher, LMS System, Database, and Student, showing how they interact in the system.</a:t>
            </a:r>
          </a:p>
          <a:p>
            <a:pPr indent="-285750" marL="285750">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Upload Material Flow: </a:t>
            </a:r>
            <a:r>
              <a:rPr dirty="0" lang="en-US">
                <a:latin typeface="Calibri" panose="020F0502020204030204" pitchFamily="34" charset="0"/>
                <a:ea typeface="Calibri" panose="020F0502020204030204" pitchFamily="34" charset="0"/>
                <a:cs typeface="Calibri" panose="020F0502020204030204" pitchFamily="34" charset="0"/>
              </a:rPr>
              <a:t>Teacher uploads material → LMS processes it → Database stores it → confirmation is sent back to Teacher.</a:t>
            </a:r>
          </a:p>
          <a:p>
            <a:pPr indent="-285750" marL="285750">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Create Assignment Flow: </a:t>
            </a:r>
            <a:r>
              <a:rPr dirty="0" lang="en-US">
                <a:latin typeface="Calibri" panose="020F0502020204030204" pitchFamily="34" charset="0"/>
                <a:ea typeface="Calibri" panose="020F0502020204030204" pitchFamily="34" charset="0"/>
                <a:cs typeface="Calibri" panose="020F0502020204030204" pitchFamily="34" charset="0"/>
              </a:rPr>
              <a:t>Teacher creates assignment → LMS saves it in Database → assignment ID is generated → students are notified.</a:t>
            </a:r>
          </a:p>
          <a:p>
            <a:pPr indent="-285750" marL="285750">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Working Principle: </a:t>
            </a:r>
            <a:r>
              <a:rPr dirty="0" lang="en-US">
                <a:latin typeface="Calibri" panose="020F0502020204030204" pitchFamily="34" charset="0"/>
                <a:ea typeface="Calibri" panose="020F0502020204030204" pitchFamily="34" charset="0"/>
                <a:cs typeface="Calibri" panose="020F0502020204030204" pitchFamily="34" charset="0"/>
              </a:rPr>
              <a:t>It is a sequence diagram that shows step-by-step communication between components using messages over time</a:t>
            </a:r>
            <a:endParaRPr dirty="0" lang="en-IN">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1048624" name="object 2"/>
          <p:cNvSpPr txBox="1">
            <a:spLocks noGrp="1"/>
          </p:cNvSpPr>
          <p:nvPr>
            <p:ph type="title"/>
          </p:nvPr>
        </p:nvSpPr>
        <p:spPr>
          <a:xfrm>
            <a:off x="1317632" y="342442"/>
            <a:ext cx="8199994" cy="685658"/>
          </a:xfrm>
          <a:prstGeom prst="rect"/>
        </p:spPr>
        <p:txBody>
          <a:bodyPr anchor="ctr" bIns="0" lIns="0" rIns="0" rtlCol="0" tIns="8467" vert="horz" wrap="square">
            <a:spAutoFit/>
          </a:bodyPr>
          <a:p>
            <a:pPr marL="8467">
              <a:lnSpc>
                <a:spcPct val="100000"/>
              </a:lnSpc>
              <a:spcBef>
                <a:spcPts val="67"/>
              </a:spcBef>
            </a:pPr>
            <a:r>
              <a:rPr b="1" dirty="0" lang="en-US" spc="-93">
                <a:solidFill>
                  <a:srgbClr val="FF0000"/>
                </a:solidFill>
                <a:latin typeface="Times New Roman" panose="02020603050405020304" pitchFamily="18" charset="0"/>
                <a:cs typeface="Times New Roman" panose="02020603050405020304" pitchFamily="18" charset="0"/>
              </a:rPr>
              <a:t>Sequence Diagram – </a:t>
            </a:r>
            <a:endParaRPr b="1" dirty="0" spc="-93">
              <a:solidFill>
                <a:srgbClr val="FF0000"/>
              </a:solidFill>
              <a:latin typeface="Times New Roman" panose="02020603050405020304" pitchFamily="18" charset="0"/>
              <a:cs typeface="Times New Roman" panose="02020603050405020304" pitchFamily="18" charset="0"/>
            </a:endParaRPr>
          </a:p>
        </p:txBody>
      </p:sp>
      <p:pic>
        <p:nvPicPr>
          <p:cNvPr id="2097165" name="object 3"/>
          <p:cNvPicPr>
            <a:picLocks/>
          </p:cNvPicPr>
          <p:nvPr/>
        </p:nvPicPr>
        <p:blipFill>
          <a:blip xmlns:r="http://schemas.openxmlformats.org/officeDocument/2006/relationships" r:embed="rId1" cstate="print"/>
          <a:stretch>
            <a:fillRect/>
          </a:stretch>
        </p:blipFill>
        <p:spPr>
          <a:xfrm>
            <a:off x="329040" y="101160"/>
            <a:ext cx="933449" cy="1047627"/>
          </a:xfrm>
          <a:prstGeom prst="rect"/>
        </p:spPr>
      </p:pic>
      <p:sp>
        <p:nvSpPr>
          <p:cNvPr id="1048625" name="object 4"/>
          <p:cNvSpPr/>
          <p:nvPr/>
        </p:nvSpPr>
        <p:spPr>
          <a:xfrm>
            <a:off x="0" y="0"/>
            <a:ext cx="273897" cy="6857153"/>
          </a:xfrm>
          <a:custGeom>
            <a:avLst/>
            <a:ah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bIns="0" lIns="0" rIns="0" rtlCol="0" tIns="0" wrap="square"/>
          <a:p>
            <a:endParaRPr sz="1200"/>
          </a:p>
        </p:txBody>
      </p:sp>
      <p:cxnSp>
        <p:nvCxnSpPr>
          <p:cNvPr id="3145735" name="Straight Connector 16"/>
          <p:cNvCxnSpPr>
            <a:cxnSpLocks/>
          </p:cNvCxnSpPr>
          <p:nvPr/>
        </p:nvCxnSpPr>
        <p:spPr>
          <a:xfrm>
            <a:off x="273897" y="1307690"/>
            <a:ext cx="11916000" cy="0"/>
          </a:xfrm>
          <a:prstGeom prst="line"/>
          <a:ln>
            <a:solidFill>
              <a:srgbClr val="FF0000"/>
            </a:solidFill>
          </a:ln>
        </p:spPr>
        <p:style>
          <a:lnRef idx="3">
            <a:schemeClr val="dk1"/>
          </a:lnRef>
          <a:fillRef idx="0">
            <a:schemeClr val="dk1"/>
          </a:fillRef>
          <a:effectRef idx="2">
            <a:schemeClr val="dk1"/>
          </a:effectRef>
          <a:fontRef idx="minor">
            <a:schemeClr val="tx1"/>
          </a:fontRef>
        </p:style>
      </p:cxnSp>
      <p:pic>
        <p:nvPicPr>
          <p:cNvPr id="2097166" name="Picture 5"/>
          <p:cNvPicPr>
            <a:picLocks noChangeAspect="1"/>
          </p:cNvPicPr>
          <p:nvPr/>
        </p:nvPicPr>
        <p:blipFill>
          <a:blip xmlns:r="http://schemas.openxmlformats.org/officeDocument/2006/relationships" r:embed="rId2"/>
          <a:stretch>
            <a:fillRect/>
          </a:stretch>
        </p:blipFill>
        <p:spPr>
          <a:xfrm>
            <a:off x="4470399" y="1492659"/>
            <a:ext cx="7506925" cy="5139633"/>
          </a:xfrm>
          <a:prstGeom prst="rect"/>
        </p:spPr>
      </p:pic>
      <p:sp>
        <p:nvSpPr>
          <p:cNvPr id="1048626" name="TextBox 7"/>
          <p:cNvSpPr txBox="1"/>
          <p:nvPr/>
        </p:nvSpPr>
        <p:spPr>
          <a:xfrm>
            <a:off x="410217" y="1540673"/>
            <a:ext cx="3881120" cy="5158740"/>
          </a:xfrm>
          <a:prstGeom prst="rect"/>
          <a:noFill/>
        </p:spPr>
        <p:txBody>
          <a:bodyPr rtlCol="0" wrap="square">
            <a:spAutoFit/>
          </a:bodyPr>
          <a:p>
            <a:pPr indent="-285750" marL="285750">
              <a:buFont typeface="Arial" panose="020B0604020202020204" pitchFamily="34" charset="0"/>
              <a:buChar char="•"/>
            </a:pPr>
            <a:r>
              <a:rPr b="1" dirty="0" lang="en-IN">
                <a:latin typeface="Calibri" panose="020F0502020204030204" pitchFamily="34" charset="0"/>
                <a:ea typeface="Calibri" panose="020F0502020204030204" pitchFamily="34" charset="0"/>
                <a:cs typeface="Calibri" panose="020F0502020204030204" pitchFamily="34" charset="0"/>
              </a:rPr>
              <a:t>Components Used: </a:t>
            </a:r>
            <a:r>
              <a:rPr dirty="0" lang="en-IN">
                <a:latin typeface="Calibri" panose="020F0502020204030204" pitchFamily="34" charset="0"/>
                <a:ea typeface="Calibri" panose="020F0502020204030204" pitchFamily="34" charset="0"/>
                <a:cs typeface="Calibri" panose="020F0502020204030204" pitchFamily="34" charset="0"/>
              </a:rPr>
              <a:t>The diagram shows  Student, LMS System, and Database interacting for different functions (Grades, Quiz, Login).</a:t>
            </a:r>
          </a:p>
          <a:p>
            <a:pPr indent="-285750" marL="285750">
              <a:buFont typeface="Arial" panose="020B0604020202020204" pitchFamily="34" charset="0"/>
              <a:buChar char="•"/>
            </a:pPr>
            <a:r>
              <a:rPr dirty="0" lang="en-IN">
                <a:latin typeface="Calibri" panose="020F0502020204030204" pitchFamily="34" charset="0"/>
                <a:ea typeface="Calibri" panose="020F0502020204030204" pitchFamily="34" charset="0"/>
                <a:cs typeface="Calibri" panose="020F0502020204030204" pitchFamily="34" charset="0"/>
              </a:rPr>
              <a:t> </a:t>
            </a:r>
            <a:r>
              <a:rPr b="1" dirty="0" lang="en-IN">
                <a:latin typeface="Calibri" panose="020F0502020204030204" pitchFamily="34" charset="0"/>
                <a:ea typeface="Calibri" panose="020F0502020204030204" pitchFamily="34" charset="0"/>
                <a:cs typeface="Calibri" panose="020F0502020204030204" pitchFamily="34" charset="0"/>
              </a:rPr>
              <a:t>View Grades Flow: </a:t>
            </a:r>
            <a:r>
              <a:rPr dirty="0" lang="en-IN">
                <a:latin typeface="Calibri" panose="020F0502020204030204" pitchFamily="34" charset="0"/>
                <a:ea typeface="Calibri" panose="020F0502020204030204" pitchFamily="34" charset="0"/>
                <a:cs typeface="Calibri" panose="020F0502020204030204" pitchFamily="34" charset="0"/>
              </a:rPr>
              <a:t>Student requests grades → LMS fetches data from Database → grade data is returned → LMS displays grades &amp; progress.</a:t>
            </a:r>
          </a:p>
          <a:p>
            <a:pPr indent="-285750" marL="285750">
              <a:buFont typeface="Arial" panose="020B0604020202020204" pitchFamily="34" charset="0"/>
              <a:buChar char="•"/>
            </a:pPr>
            <a:r>
              <a:rPr b="1" dirty="0" lang="en-IN">
                <a:latin typeface="Calibri" panose="020F0502020204030204" pitchFamily="34" charset="0"/>
                <a:ea typeface="Calibri" panose="020F0502020204030204" pitchFamily="34" charset="0"/>
                <a:cs typeface="Calibri" panose="020F0502020204030204" pitchFamily="34" charset="0"/>
              </a:rPr>
              <a:t>Quiz Flow: </a:t>
            </a:r>
            <a:r>
              <a:rPr dirty="0" lang="en-IN">
                <a:latin typeface="Calibri" panose="020F0502020204030204" pitchFamily="34" charset="0"/>
                <a:ea typeface="Calibri" panose="020F0502020204030204" pitchFamily="34" charset="0"/>
                <a:cs typeface="Calibri" panose="020F0502020204030204" pitchFamily="34" charset="0"/>
              </a:rPr>
              <a:t>Student starts quiz → LMS requests questions from Database → questions are returned → quiz is displayed to student.</a:t>
            </a:r>
          </a:p>
          <a:p>
            <a:pPr indent="-285750" marL="285750">
              <a:buFont typeface="Arial" panose="020B0604020202020204" pitchFamily="34" charset="0"/>
              <a:buChar char="•"/>
            </a:pPr>
            <a:r>
              <a:rPr b="1" dirty="0" lang="en-IN">
                <a:latin typeface="Calibri" panose="020F0502020204030204" pitchFamily="34" charset="0"/>
                <a:ea typeface="Calibri" panose="020F0502020204030204" pitchFamily="34" charset="0"/>
                <a:cs typeface="Calibri" panose="020F0502020204030204" pitchFamily="34" charset="0"/>
              </a:rPr>
              <a:t>Login Flow: </a:t>
            </a:r>
            <a:r>
              <a:rPr dirty="0" lang="en-IN">
                <a:latin typeface="Calibri" panose="020F0502020204030204" pitchFamily="34" charset="0"/>
                <a:ea typeface="Calibri" panose="020F0502020204030204" pitchFamily="34" charset="0"/>
                <a:cs typeface="Calibri" panose="020F0502020204030204" pitchFamily="34" charset="0"/>
              </a:rPr>
              <a:t>Student logs in → LMS validates user from Database → if valid, access is granted and dashboard is shown.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27" name="object 2"/>
          <p:cNvSpPr txBox="1">
            <a:spLocks noGrp="1"/>
          </p:cNvSpPr>
          <p:nvPr>
            <p:ph type="title"/>
          </p:nvPr>
        </p:nvSpPr>
        <p:spPr>
          <a:xfrm>
            <a:off x="1317632" y="342442"/>
            <a:ext cx="8199994" cy="685658"/>
          </a:xfrm>
          <a:prstGeom prst="rect"/>
        </p:spPr>
        <p:txBody>
          <a:bodyPr anchor="ctr" bIns="0" lIns="0" rIns="0" rtlCol="0" tIns="8467" vert="horz" wrap="square">
            <a:spAutoFit/>
          </a:bodyPr>
          <a:p>
            <a:pPr marL="8467">
              <a:lnSpc>
                <a:spcPct val="100000"/>
              </a:lnSpc>
              <a:spcBef>
                <a:spcPts val="67"/>
              </a:spcBef>
            </a:pPr>
            <a:r>
              <a:rPr b="1" dirty="0" lang="en-US" spc="-93">
                <a:solidFill>
                  <a:srgbClr val="FF0000"/>
                </a:solidFill>
                <a:latin typeface="Times New Roman" panose="02020603050405020304" pitchFamily="18" charset="0"/>
                <a:cs typeface="Times New Roman" panose="02020603050405020304" pitchFamily="18" charset="0"/>
              </a:rPr>
              <a:t>Activity Diagram : </a:t>
            </a:r>
            <a:endParaRPr b="1" dirty="0" spc="-93">
              <a:solidFill>
                <a:srgbClr val="FF0000"/>
              </a:solidFill>
              <a:latin typeface="Times New Roman" panose="02020603050405020304" pitchFamily="18" charset="0"/>
              <a:cs typeface="Times New Roman" panose="02020603050405020304" pitchFamily="18" charset="0"/>
            </a:endParaRPr>
          </a:p>
        </p:txBody>
      </p:sp>
      <p:pic>
        <p:nvPicPr>
          <p:cNvPr id="2097167" name="object 3"/>
          <p:cNvPicPr>
            <a:picLocks/>
          </p:cNvPicPr>
          <p:nvPr/>
        </p:nvPicPr>
        <p:blipFill>
          <a:blip xmlns:r="http://schemas.openxmlformats.org/officeDocument/2006/relationships" r:embed="rId1" cstate="print"/>
          <a:stretch>
            <a:fillRect/>
          </a:stretch>
        </p:blipFill>
        <p:spPr>
          <a:xfrm>
            <a:off x="329040" y="101160"/>
            <a:ext cx="933449" cy="1047627"/>
          </a:xfrm>
          <a:prstGeom prst="rect"/>
        </p:spPr>
      </p:pic>
      <p:sp>
        <p:nvSpPr>
          <p:cNvPr id="1048628" name="object 4"/>
          <p:cNvSpPr/>
          <p:nvPr/>
        </p:nvSpPr>
        <p:spPr>
          <a:xfrm>
            <a:off x="0" y="0"/>
            <a:ext cx="273897" cy="6857153"/>
          </a:xfrm>
          <a:custGeom>
            <a:avLst/>
            <a:ah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bIns="0" lIns="0" rIns="0" rtlCol="0" tIns="0" wrap="square"/>
          <a:p>
            <a:endParaRPr sz="1200"/>
          </a:p>
        </p:txBody>
      </p:sp>
      <p:cxnSp>
        <p:nvCxnSpPr>
          <p:cNvPr id="3145736" name="Straight Connector 16"/>
          <p:cNvCxnSpPr>
            <a:cxnSpLocks/>
          </p:cNvCxnSpPr>
          <p:nvPr/>
        </p:nvCxnSpPr>
        <p:spPr>
          <a:xfrm>
            <a:off x="273897" y="1307690"/>
            <a:ext cx="11916000" cy="0"/>
          </a:xfrm>
          <a:prstGeom prst="line"/>
          <a:ln>
            <a:solidFill>
              <a:srgbClr val="FF0000"/>
            </a:solidFill>
          </a:ln>
        </p:spPr>
        <p:style>
          <a:lnRef idx="3">
            <a:schemeClr val="dk1"/>
          </a:lnRef>
          <a:fillRef idx="0">
            <a:schemeClr val="dk1"/>
          </a:fillRef>
          <a:effectRef idx="2">
            <a:schemeClr val="dk1"/>
          </a:effectRef>
          <a:fontRef idx="minor">
            <a:schemeClr val="tx1"/>
          </a:fontRef>
        </p:style>
      </p:cxnSp>
      <p:pic>
        <p:nvPicPr>
          <p:cNvPr id="2097168" name="Picture 6"/>
          <p:cNvPicPr>
            <a:picLocks noChangeAspect="1"/>
          </p:cNvPicPr>
          <p:nvPr/>
        </p:nvPicPr>
        <p:blipFill>
          <a:blip xmlns:r="http://schemas.openxmlformats.org/officeDocument/2006/relationships" r:embed="rId2"/>
          <a:stretch>
            <a:fillRect/>
          </a:stretch>
        </p:blipFill>
        <p:spPr>
          <a:xfrm>
            <a:off x="4456253" y="1441698"/>
            <a:ext cx="7477246" cy="5281447"/>
          </a:xfrm>
          <a:prstGeom prst="rect"/>
        </p:spPr>
      </p:pic>
      <p:sp>
        <p:nvSpPr>
          <p:cNvPr id="1048629" name="TextBox 7"/>
          <p:cNvSpPr txBox="1"/>
          <p:nvPr/>
        </p:nvSpPr>
        <p:spPr>
          <a:xfrm>
            <a:off x="507999" y="1422370"/>
            <a:ext cx="3820933" cy="5692140"/>
          </a:xfrm>
          <a:prstGeom prst="rect"/>
          <a:noFill/>
        </p:spPr>
        <p:txBody>
          <a:bodyPr rtlCol="0" wrap="square">
            <a:spAutoFit/>
          </a:bodyPr>
          <a:p>
            <a:pPr indent="-285750" marL="285750">
              <a:buFont typeface="Arial" panose="020B0604020202020204" pitchFamily="34" charset="0"/>
              <a:buChar char="•"/>
            </a:pPr>
            <a:r>
              <a:rPr b="1" dirty="0" lang="en-IN">
                <a:latin typeface="Calibri" panose="020F0502020204030204" pitchFamily="34" charset="0"/>
                <a:ea typeface="Calibri" panose="020F0502020204030204" pitchFamily="34" charset="0"/>
                <a:cs typeface="Calibri" panose="020F0502020204030204" pitchFamily="34" charset="0"/>
              </a:rPr>
              <a:t>Main Components: </a:t>
            </a:r>
            <a:r>
              <a:rPr dirty="0" lang="en-IN">
                <a:latin typeface="Calibri" panose="020F0502020204030204" pitchFamily="34" charset="0"/>
                <a:ea typeface="Calibri" panose="020F0502020204030204" pitchFamily="34" charset="0"/>
                <a:cs typeface="Calibri" panose="020F0502020204030204" pitchFamily="34" charset="0"/>
              </a:rPr>
              <a:t>The activity diagram includes Student, Teacher, Administrator, and System showing different roles and their actions.</a:t>
            </a:r>
          </a:p>
          <a:p>
            <a:pPr indent="-285750" marL="285750">
              <a:buFont typeface="Arial" panose="020B0604020202020204" pitchFamily="34" charset="0"/>
              <a:buChar char="•"/>
            </a:pPr>
            <a:r>
              <a:rPr b="1" dirty="0" lang="en-IN">
                <a:latin typeface="Calibri" panose="020F0502020204030204" pitchFamily="34" charset="0"/>
                <a:ea typeface="Calibri" panose="020F0502020204030204" pitchFamily="34" charset="0"/>
                <a:cs typeface="Calibri" panose="020F0502020204030204" pitchFamily="34" charset="0"/>
              </a:rPr>
              <a:t>Login &amp; Validation: </a:t>
            </a:r>
            <a:r>
              <a:rPr dirty="0" lang="en-IN">
                <a:latin typeface="Calibri" panose="020F0502020204030204" pitchFamily="34" charset="0"/>
                <a:ea typeface="Calibri" panose="020F0502020204030204" pitchFamily="34" charset="0"/>
                <a:cs typeface="Calibri" panose="020F0502020204030204" pitchFamily="34" charset="0"/>
              </a:rPr>
              <a:t>User logs in → system authenticates → if credentials are invalid, an error is shown; if valid, user role is identified.</a:t>
            </a:r>
          </a:p>
          <a:p>
            <a:pPr indent="-285750" marL="285750">
              <a:buFont typeface="Arial" panose="020B0604020202020204" pitchFamily="34" charset="0"/>
              <a:buChar char="•"/>
            </a:pPr>
            <a:r>
              <a:rPr b="1" dirty="0" lang="en-IN">
                <a:latin typeface="Calibri" panose="020F0502020204030204" pitchFamily="34" charset="0"/>
                <a:ea typeface="Calibri" panose="020F0502020204030204" pitchFamily="34" charset="0"/>
                <a:cs typeface="Calibri" panose="020F0502020204030204" pitchFamily="34" charset="0"/>
              </a:rPr>
              <a:t>Role-Based Activities: </a:t>
            </a:r>
            <a:r>
              <a:rPr dirty="0" lang="en-IN">
                <a:latin typeface="Calibri" panose="020F0502020204030204" pitchFamily="34" charset="0"/>
                <a:ea typeface="Calibri" panose="020F0502020204030204" pitchFamily="34" charset="0"/>
                <a:cs typeface="Calibri" panose="020F0502020204030204" pitchFamily="34" charset="0"/>
              </a:rPr>
              <a:t>Each user gets a dashboard—Student (learn &amp; attempt quizzes), Teacher (upload materials &amp; evaluate), Admin (manage users, courses, reports).</a:t>
            </a:r>
          </a:p>
          <a:p>
            <a:pPr indent="-285750" marL="285750">
              <a:buFont typeface="Arial" panose="020B0604020202020204" pitchFamily="34" charset="0"/>
              <a:buChar char="•"/>
            </a:pPr>
            <a:r>
              <a:rPr b="1" dirty="0" lang="en-IN">
                <a:latin typeface="Calibri" panose="020F0502020204030204" pitchFamily="34" charset="0"/>
                <a:ea typeface="Calibri" panose="020F0502020204030204" pitchFamily="34" charset="0"/>
                <a:cs typeface="Calibri" panose="020F0502020204030204" pitchFamily="34" charset="0"/>
              </a:rPr>
              <a:t>System Functions: </a:t>
            </a:r>
            <a:r>
              <a:rPr dirty="0" lang="en-IN">
                <a:latin typeface="Calibri" panose="020F0502020204030204" pitchFamily="34" charset="0"/>
                <a:ea typeface="Calibri" panose="020F0502020204030204" pitchFamily="34" charset="0"/>
                <a:cs typeface="Calibri" panose="020F0502020204030204" pitchFamily="34" charset="0"/>
              </a:rPr>
              <a:t>System handles backend tasks like storing data, auto-grading quizzes, managing </a:t>
            </a:r>
            <a:r>
              <a:rPr dirty="0" lang="en-IN" err="1">
                <a:latin typeface="Calibri" panose="020F0502020204030204" pitchFamily="34" charset="0"/>
                <a:ea typeface="Calibri" panose="020F0502020204030204" pitchFamily="34" charset="0"/>
                <a:cs typeface="Calibri" panose="020F0502020204030204" pitchFamily="34" charset="0"/>
              </a:rPr>
              <a:t>enrollments</a:t>
            </a:r>
            <a:r>
              <a:rPr dirty="0" lang="en-IN">
                <a:latin typeface="Calibri" panose="020F0502020204030204" pitchFamily="34" charset="0"/>
                <a:ea typeface="Calibri" panose="020F0502020204030204" pitchFamily="34" charset="0"/>
                <a:cs typeface="Calibri" panose="020F0502020204030204" pitchFamily="34" charset="0"/>
              </a:rPr>
              <a:t>, backups, and logs.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33" name="object 2"/>
          <p:cNvSpPr txBox="1">
            <a:spLocks noGrp="1"/>
          </p:cNvSpPr>
          <p:nvPr>
            <p:ph type="title"/>
          </p:nvPr>
        </p:nvSpPr>
        <p:spPr>
          <a:xfrm>
            <a:off x="1317632" y="342442"/>
            <a:ext cx="8199994" cy="685658"/>
          </a:xfrm>
          <a:prstGeom prst="rect"/>
        </p:spPr>
        <p:txBody>
          <a:bodyPr anchor="ctr" bIns="0" lIns="0" rIns="0" rtlCol="0" tIns="8467" vert="horz" wrap="square">
            <a:spAutoFit/>
          </a:bodyPr>
          <a:p>
            <a:pPr marL="8467">
              <a:lnSpc>
                <a:spcPct val="100000"/>
              </a:lnSpc>
              <a:spcBef>
                <a:spcPts val="67"/>
              </a:spcBef>
            </a:pPr>
            <a:r>
              <a:rPr b="1" dirty="0" lang="en-US" spc="-93">
                <a:solidFill>
                  <a:srgbClr val="FF0000"/>
                </a:solidFill>
                <a:latin typeface="Times New Roman" panose="02020603050405020304" pitchFamily="18" charset="0"/>
                <a:cs typeface="Times New Roman" panose="02020603050405020304" pitchFamily="18" charset="0"/>
              </a:rPr>
              <a:t>State Machine Diagram : </a:t>
            </a:r>
            <a:endParaRPr b="1" dirty="0" spc="-93">
              <a:solidFill>
                <a:srgbClr val="FF0000"/>
              </a:solidFill>
              <a:latin typeface="Times New Roman" panose="02020603050405020304" pitchFamily="18" charset="0"/>
              <a:cs typeface="Times New Roman" panose="02020603050405020304" pitchFamily="18" charset="0"/>
            </a:endParaRPr>
          </a:p>
        </p:txBody>
      </p:sp>
      <p:pic>
        <p:nvPicPr>
          <p:cNvPr id="2097169" name="object 3"/>
          <p:cNvPicPr>
            <a:picLocks/>
          </p:cNvPicPr>
          <p:nvPr/>
        </p:nvPicPr>
        <p:blipFill>
          <a:blip xmlns:r="http://schemas.openxmlformats.org/officeDocument/2006/relationships" r:embed="rId1" cstate="print"/>
          <a:stretch>
            <a:fillRect/>
          </a:stretch>
        </p:blipFill>
        <p:spPr>
          <a:xfrm>
            <a:off x="329040" y="101160"/>
            <a:ext cx="933449" cy="1047627"/>
          </a:xfrm>
          <a:prstGeom prst="rect"/>
        </p:spPr>
      </p:pic>
      <p:sp>
        <p:nvSpPr>
          <p:cNvPr id="1048634" name="object 4"/>
          <p:cNvSpPr/>
          <p:nvPr/>
        </p:nvSpPr>
        <p:spPr>
          <a:xfrm>
            <a:off x="0" y="0"/>
            <a:ext cx="273897" cy="6857153"/>
          </a:xfrm>
          <a:custGeom>
            <a:avLst/>
            <a:ah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bIns="0" lIns="0" rIns="0" rtlCol="0" tIns="0" wrap="square"/>
          <a:p>
            <a:endParaRPr sz="1200"/>
          </a:p>
        </p:txBody>
      </p:sp>
      <p:cxnSp>
        <p:nvCxnSpPr>
          <p:cNvPr id="3145737" name="Straight Connector 16"/>
          <p:cNvCxnSpPr>
            <a:cxnSpLocks/>
          </p:cNvCxnSpPr>
          <p:nvPr/>
        </p:nvCxnSpPr>
        <p:spPr>
          <a:xfrm>
            <a:off x="273897" y="1307690"/>
            <a:ext cx="11916000" cy="0"/>
          </a:xfrm>
          <a:prstGeom prst="line"/>
          <a:ln>
            <a:solidFill>
              <a:srgbClr val="FF0000"/>
            </a:solidFill>
          </a:ln>
        </p:spPr>
        <p:style>
          <a:lnRef idx="3">
            <a:schemeClr val="dk1"/>
          </a:lnRef>
          <a:fillRef idx="0">
            <a:schemeClr val="dk1"/>
          </a:fillRef>
          <a:effectRef idx="2">
            <a:schemeClr val="dk1"/>
          </a:effectRef>
          <a:fontRef idx="minor">
            <a:schemeClr val="tx1"/>
          </a:fontRef>
        </p:style>
      </p:cxnSp>
      <p:pic>
        <p:nvPicPr>
          <p:cNvPr id="2097170" name="Picture 5"/>
          <p:cNvPicPr>
            <a:picLocks noChangeAspect="1"/>
          </p:cNvPicPr>
          <p:nvPr/>
        </p:nvPicPr>
        <p:blipFill>
          <a:blip xmlns:r="http://schemas.openxmlformats.org/officeDocument/2006/relationships" r:embed="rId2"/>
          <a:stretch>
            <a:fillRect/>
          </a:stretch>
        </p:blipFill>
        <p:spPr>
          <a:xfrm>
            <a:off x="5289630" y="1430124"/>
            <a:ext cx="6632971" cy="5304596"/>
          </a:xfrm>
          <a:prstGeom prst="rect"/>
        </p:spPr>
      </p:pic>
      <p:sp>
        <p:nvSpPr>
          <p:cNvPr id="1048635" name="TextBox 7"/>
          <p:cNvSpPr txBox="1"/>
          <p:nvPr/>
        </p:nvSpPr>
        <p:spPr>
          <a:xfrm>
            <a:off x="430393" y="1466594"/>
            <a:ext cx="4471246" cy="4358640"/>
          </a:xfrm>
          <a:prstGeom prst="rect"/>
          <a:noFill/>
        </p:spPr>
        <p:txBody>
          <a:bodyPr rtlCol="0" wrap="square">
            <a:spAutoFit/>
          </a:bodyPr>
          <a:p>
            <a:pPr indent="-285750" marL="285750">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Two State Models: </a:t>
            </a:r>
            <a:r>
              <a:rPr dirty="0" lang="en-US">
                <a:latin typeface="Calibri" panose="020F0502020204030204" pitchFamily="34" charset="0"/>
                <a:ea typeface="Calibri" panose="020F0502020204030204" pitchFamily="34" charset="0"/>
                <a:cs typeface="Calibri" panose="020F0502020204030204" pitchFamily="34" charset="0"/>
              </a:rPr>
              <a:t>Diagram shows Assignment and Quiz state machines, representing lifecycle from creation to completion.</a:t>
            </a:r>
          </a:p>
          <a:p>
            <a:pPr indent="-285750" marL="285750">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Assignment Flow: </a:t>
            </a:r>
            <a:r>
              <a:rPr dirty="0" lang="en-US">
                <a:latin typeface="Calibri" panose="020F0502020204030204" pitchFamily="34" charset="0"/>
                <a:ea typeface="Calibri" panose="020F0502020204030204" pitchFamily="34" charset="0"/>
                <a:cs typeface="Calibri" panose="020F0502020204030204" pitchFamily="34" charset="0"/>
              </a:rPr>
              <a:t>Starts with draft → review → published → open for submission → evaluation → graded or closed after deadline.</a:t>
            </a:r>
          </a:p>
          <a:p>
            <a:pPr indent="-285750" marL="285750">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Quiz Flow: </a:t>
            </a:r>
            <a:r>
              <a:rPr dirty="0" lang="en-US">
                <a:latin typeface="Calibri" panose="020F0502020204030204" pitchFamily="34" charset="0"/>
                <a:ea typeface="Calibri" panose="020F0502020204030204" pitchFamily="34" charset="0"/>
                <a:cs typeface="Calibri" panose="020F0502020204030204" pitchFamily="34" charset="0"/>
              </a:rPr>
              <a:t>Created → scheduled → published → active → in progress → submitted/auto-submitted → evaluation → result published.</a:t>
            </a:r>
          </a:p>
          <a:p>
            <a:pPr indent="-285750" marL="285750">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Working Principle: </a:t>
            </a:r>
            <a:r>
              <a:rPr dirty="0" lang="en-US">
                <a:latin typeface="Calibri" panose="020F0502020204030204" pitchFamily="34" charset="0"/>
                <a:ea typeface="Calibri" panose="020F0502020204030204" pitchFamily="34" charset="0"/>
                <a:cs typeface="Calibri" panose="020F0502020204030204" pitchFamily="34" charset="0"/>
              </a:rPr>
              <a:t>It tracks state transitions based on actions/events (like submission, deadline, evaluation) to show how tasks move step-by-step.</a:t>
            </a:r>
            <a:endParaRPr dirty="0" lang="en-IN">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636" name="object 2"/>
          <p:cNvSpPr txBox="1">
            <a:spLocks noGrp="1"/>
          </p:cNvSpPr>
          <p:nvPr>
            <p:ph type="title"/>
          </p:nvPr>
        </p:nvSpPr>
        <p:spPr>
          <a:xfrm>
            <a:off x="1317632" y="342442"/>
            <a:ext cx="8199994" cy="685658"/>
          </a:xfrm>
          <a:prstGeom prst="rect"/>
        </p:spPr>
        <p:txBody>
          <a:bodyPr anchor="ctr" bIns="0" lIns="0" rIns="0" rtlCol="0" tIns="8467" vert="horz" wrap="square">
            <a:spAutoFit/>
          </a:bodyPr>
          <a:p>
            <a:pPr marL="8467">
              <a:lnSpc>
                <a:spcPct val="100000"/>
              </a:lnSpc>
              <a:spcBef>
                <a:spcPts val="67"/>
              </a:spcBef>
            </a:pPr>
            <a:r>
              <a:rPr b="1" dirty="0" lang="en-US" spc="-93">
                <a:solidFill>
                  <a:srgbClr val="FF0000"/>
                </a:solidFill>
                <a:latin typeface="Times New Roman" panose="02020603050405020304" pitchFamily="18" charset="0"/>
                <a:cs typeface="Times New Roman" panose="02020603050405020304" pitchFamily="18" charset="0"/>
              </a:rPr>
              <a:t>State Machine Diagram : </a:t>
            </a:r>
            <a:endParaRPr b="1" dirty="0" spc="-93">
              <a:solidFill>
                <a:srgbClr val="FF0000"/>
              </a:solidFill>
              <a:latin typeface="Times New Roman" panose="02020603050405020304" pitchFamily="18" charset="0"/>
              <a:cs typeface="Times New Roman" panose="02020603050405020304" pitchFamily="18" charset="0"/>
            </a:endParaRPr>
          </a:p>
        </p:txBody>
      </p:sp>
      <p:pic>
        <p:nvPicPr>
          <p:cNvPr id="2097171" name="object 3"/>
          <p:cNvPicPr>
            <a:picLocks/>
          </p:cNvPicPr>
          <p:nvPr/>
        </p:nvPicPr>
        <p:blipFill>
          <a:blip xmlns:r="http://schemas.openxmlformats.org/officeDocument/2006/relationships" r:embed="rId1" cstate="print"/>
          <a:stretch>
            <a:fillRect/>
          </a:stretch>
        </p:blipFill>
        <p:spPr>
          <a:xfrm>
            <a:off x="329040" y="101160"/>
            <a:ext cx="933449" cy="1047627"/>
          </a:xfrm>
          <a:prstGeom prst="rect"/>
        </p:spPr>
      </p:pic>
      <p:sp>
        <p:nvSpPr>
          <p:cNvPr id="1048637" name="object 4"/>
          <p:cNvSpPr/>
          <p:nvPr/>
        </p:nvSpPr>
        <p:spPr>
          <a:xfrm>
            <a:off x="0" y="0"/>
            <a:ext cx="273897" cy="6857153"/>
          </a:xfrm>
          <a:custGeom>
            <a:avLst/>
            <a:ah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bIns="0" lIns="0" rIns="0" rtlCol="0" tIns="0" wrap="square"/>
          <a:p>
            <a:endParaRPr sz="1200"/>
          </a:p>
        </p:txBody>
      </p:sp>
      <p:cxnSp>
        <p:nvCxnSpPr>
          <p:cNvPr id="3145738" name="Straight Connector 16"/>
          <p:cNvCxnSpPr>
            <a:cxnSpLocks/>
          </p:cNvCxnSpPr>
          <p:nvPr/>
        </p:nvCxnSpPr>
        <p:spPr>
          <a:xfrm>
            <a:off x="273897" y="1307690"/>
            <a:ext cx="11916000" cy="0"/>
          </a:xfrm>
          <a:prstGeom prst="line"/>
          <a:ln>
            <a:solidFill>
              <a:srgbClr val="FF0000"/>
            </a:solidFill>
          </a:ln>
        </p:spPr>
        <p:style>
          <a:lnRef idx="3">
            <a:schemeClr val="dk1"/>
          </a:lnRef>
          <a:fillRef idx="0">
            <a:schemeClr val="dk1"/>
          </a:fillRef>
          <a:effectRef idx="2">
            <a:schemeClr val="dk1"/>
          </a:effectRef>
          <a:fontRef idx="minor">
            <a:schemeClr val="tx1"/>
          </a:fontRef>
        </p:style>
      </p:cxnSp>
      <p:pic>
        <p:nvPicPr>
          <p:cNvPr id="2097172" name="Picture 8"/>
          <p:cNvPicPr>
            <a:picLocks noChangeAspect="1"/>
          </p:cNvPicPr>
          <p:nvPr/>
        </p:nvPicPr>
        <p:blipFill>
          <a:blip xmlns:r="http://schemas.openxmlformats.org/officeDocument/2006/relationships" r:embed="rId2"/>
          <a:stretch>
            <a:fillRect/>
          </a:stretch>
        </p:blipFill>
        <p:spPr>
          <a:xfrm>
            <a:off x="3997223" y="1466594"/>
            <a:ext cx="7947850" cy="5200423"/>
          </a:xfrm>
          <a:prstGeom prst="rect"/>
        </p:spPr>
      </p:pic>
      <p:sp>
        <p:nvSpPr>
          <p:cNvPr id="1048638" name="Rectangle 4"/>
          <p:cNvSpPr>
            <a:spLocks noChangeArrowheads="1"/>
          </p:cNvSpPr>
          <p:nvPr/>
        </p:nvSpPr>
        <p:spPr bwMode="auto">
          <a:xfrm>
            <a:off x="273897" y="1113982"/>
            <a:ext cx="3525330" cy="4625339"/>
          </a:xfrm>
          <a:prstGeom prst="rect"/>
          <a:noFill/>
          <a:ln>
            <a:noFill/>
          </a:ln>
          <a:effectLst/>
        </p:spPr>
        <p:txBody>
          <a:bodyPr anchor="ctr" anchorCtr="0" bIns="45720" compatLnSpc="1" lIns="91440" numCol="1" rIns="91440" tIns="45720" vert="horz" wrap="square">
            <a:prstTxWarp prst="textNoShape"/>
            <a:spAutoFit/>
          </a:bodyPr>
          <a:p>
            <a:pPr algn="l" defTabSz="914400" eaLnBrk="0" fontAlgn="base" hangingPunct="0" indent="-285750" latinLnBrk="0" lvl="0" marL="285750" marR="0" rtl="0">
              <a:lnSpc>
                <a:spcPct val="100000"/>
              </a:lnSpc>
              <a:spcBef>
                <a:spcPct val="0"/>
              </a:spcBef>
              <a:spcAft>
                <a:spcPct val="0"/>
              </a:spcAft>
              <a:buClrTx/>
              <a:buSzTx/>
              <a:buFont typeface="Arial" panose="020B0604020202020204" pitchFamily="34" charset="0"/>
              <a:buChar char="•"/>
            </a:pPr>
            <a:endParaRPr altLang="en-US" baseline="0" b="0" cap="none" dirty="0" sz="1800" i="0" kumimoji="0" lang="en-US" normalizeH="0" strike="noStrike" u="none">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algn="l" defTabSz="914400" eaLnBrk="0" fontAlgn="base" hangingPunct="0" indent="-285750" latinLnBrk="0" lvl="0" marL="285750" marR="0" rtl="0">
              <a:lnSpc>
                <a:spcPct val="100000"/>
              </a:lnSpc>
              <a:spcBef>
                <a:spcPct val="0"/>
              </a:spcBef>
              <a:spcAft>
                <a:spcPct val="0"/>
              </a:spcAft>
              <a:buClrTx/>
              <a:buSzTx/>
              <a:buFont typeface="Arial" panose="020B0604020202020204" pitchFamily="34" charset="0"/>
              <a:buChar char="•"/>
            </a:pPr>
            <a:r>
              <a:rPr altLang="en-US" baseline="0" b="1" cap="none" dirty="0" sz="1800" i="0" kumimoji="0" lang="en-US" normalizeH="0" strike="noStrike" u="none">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Course Creation Module:</a:t>
            </a:r>
            <a:r>
              <a:rPr altLang="en-US" baseline="0" b="0" cap="none" dirty="0" sz="1800" i="0" kumimoji="0" lang="en-US" normalizeH="0" strike="noStrike" u="none">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Shows stages from creating a course to publishing and completing it.</a:t>
            </a:r>
          </a:p>
          <a:p>
            <a:pPr algn="l" defTabSz="914400" eaLnBrk="0" fontAlgn="base" hangingPunct="0" indent="-285750" latinLnBrk="0" lvl="0" marL="285750" marR="0" rtl="0">
              <a:lnSpc>
                <a:spcPct val="100000"/>
              </a:lnSpc>
              <a:spcBef>
                <a:spcPct val="0"/>
              </a:spcBef>
              <a:spcAft>
                <a:spcPct val="0"/>
              </a:spcAft>
              <a:buClrTx/>
              <a:buSzTx/>
              <a:buFont typeface="Arial" panose="020B0604020202020204" pitchFamily="34" charset="0"/>
              <a:buChar char="•"/>
            </a:pPr>
            <a:r>
              <a:rPr altLang="en-US" baseline="0" b="1" cap="none" dirty="0" sz="1800" i="0" kumimoji="0" lang="en-US" normalizeH="0" strike="noStrike" u="none">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Enrollment Module:</a:t>
            </a:r>
            <a:r>
              <a:rPr altLang="en-US" baseline="0" b="0" cap="none" dirty="0" sz="1800" i="0" kumimoji="0" lang="en-US" normalizeH="0" strike="noStrike" u="none">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Describes how students browse, enroll, and complete courses.</a:t>
            </a:r>
          </a:p>
          <a:p>
            <a:pPr algn="l" defTabSz="914400" eaLnBrk="0" fontAlgn="base" hangingPunct="0" indent="-285750" latinLnBrk="0" lvl="0" marL="285750" marR="0" rtl="0">
              <a:lnSpc>
                <a:spcPct val="100000"/>
              </a:lnSpc>
              <a:spcBef>
                <a:spcPct val="0"/>
              </a:spcBef>
              <a:spcAft>
                <a:spcPct val="0"/>
              </a:spcAft>
              <a:buClrTx/>
              <a:buSzTx/>
              <a:buFont typeface="Arial" panose="020B0604020202020204" pitchFamily="34" charset="0"/>
              <a:buChar char="•"/>
            </a:pPr>
            <a:r>
              <a:rPr altLang="en-US" baseline="0" b="1" cap="none" dirty="0" sz="1800" i="0" kumimoji="0" lang="en-US" normalizeH="0" strike="noStrike" u="none">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Main Components Used:</a:t>
            </a:r>
            <a:r>
              <a:rPr altLang="en-US" baseline="0" b="0" cap="none" dirty="0" sz="1800" i="0" kumimoji="0" lang="en-US" normalizeH="0" strike="noStrike" u="none">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States, transitions, decision nodes, start node, and end node.</a:t>
            </a:r>
          </a:p>
          <a:p>
            <a:pPr algn="l" defTabSz="914400" eaLnBrk="0" fontAlgn="base" hangingPunct="0" indent="-285750" latinLnBrk="0" lvl="0" marL="285750" marR="0" rtl="0">
              <a:lnSpc>
                <a:spcPct val="100000"/>
              </a:lnSpc>
              <a:spcBef>
                <a:spcPct val="0"/>
              </a:spcBef>
              <a:spcAft>
                <a:spcPct val="0"/>
              </a:spcAft>
              <a:buClrTx/>
              <a:buSzTx/>
              <a:buFont typeface="Arial" panose="020B0604020202020204" pitchFamily="34" charset="0"/>
              <a:buChar char="•"/>
            </a:pPr>
            <a:r>
              <a:rPr altLang="en-US" baseline="0" b="1" cap="none" dirty="0" sz="1800" i="0" kumimoji="0" lang="en-US" normalizeH="0" strike="noStrike" u="none">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Working Process:</a:t>
            </a:r>
            <a:r>
              <a:rPr altLang="en-US" baseline="0" b="0" cap="none" dirty="0" sz="1800" i="0" kumimoji="0" lang="en-US" normalizeH="0" strike="noStrike" u="none">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System checks eligibility, seat availability, and payment before confirming enrollment.</a:t>
            </a:r>
          </a:p>
          <a:p>
            <a:pPr algn="l" defTabSz="914400" eaLnBrk="0" fontAlgn="base" hangingPunct="0" indent="-285750" latinLnBrk="0" lvl="0" marL="285750" marR="0" rtl="0">
              <a:lnSpc>
                <a:spcPct val="100000"/>
              </a:lnSpc>
              <a:spcBef>
                <a:spcPct val="0"/>
              </a:spcBef>
              <a:spcAft>
                <a:spcPct val="0"/>
              </a:spcAft>
              <a:buClrTx/>
              <a:buSzTx/>
              <a:buFont typeface="Arial" panose="020B0604020202020204" pitchFamily="34" charset="0"/>
              <a:buChar char="•"/>
            </a:pPr>
            <a:endParaRPr altLang="en-US" baseline="0" b="0" cap="none" dirty="0" sz="1800" i="0" kumimoji="0" lang="en-US" normalizeH="0" strike="noStrike" u="none">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57" name=""/>
        <p:cNvGrpSpPr/>
        <p:nvPr/>
      </p:nvGrpSpPr>
      <p:grpSpPr>
        <a:xfrm>
          <a:off x="0" y="0"/>
          <a:ext cx="0" cy="0"/>
          <a:chOff x="0" y="0"/>
          <a:chExt cx="0" cy="0"/>
        </a:xfrm>
      </p:grpSpPr>
      <p:sp>
        <p:nvSpPr>
          <p:cNvPr id="1048639" name="object 2"/>
          <p:cNvSpPr txBox="1">
            <a:spLocks noGrp="1"/>
          </p:cNvSpPr>
          <p:nvPr>
            <p:ph type="title"/>
          </p:nvPr>
        </p:nvSpPr>
        <p:spPr>
          <a:xfrm>
            <a:off x="1317632" y="342442"/>
            <a:ext cx="8199994" cy="685658"/>
          </a:xfrm>
          <a:prstGeom prst="rect"/>
        </p:spPr>
        <p:txBody>
          <a:bodyPr anchor="ctr" bIns="0" lIns="0" rIns="0" rtlCol="0" tIns="8467" vert="horz" wrap="square">
            <a:spAutoFit/>
          </a:bodyPr>
          <a:p>
            <a:pPr marL="8467">
              <a:lnSpc>
                <a:spcPct val="100000"/>
              </a:lnSpc>
              <a:spcBef>
                <a:spcPts val="67"/>
              </a:spcBef>
            </a:pPr>
            <a:r>
              <a:rPr b="1" dirty="0" lang="en-US" spc="-93">
                <a:solidFill>
                  <a:srgbClr val="FF0000"/>
                </a:solidFill>
                <a:latin typeface="Times New Roman" panose="02020603050405020304" pitchFamily="18" charset="0"/>
                <a:cs typeface="Times New Roman" panose="02020603050405020304" pitchFamily="18" charset="0"/>
              </a:rPr>
              <a:t>Collaboration Diagram : </a:t>
            </a:r>
            <a:endParaRPr b="1" dirty="0" spc="-93">
              <a:solidFill>
                <a:srgbClr val="FF0000"/>
              </a:solidFill>
              <a:latin typeface="Times New Roman" panose="02020603050405020304" pitchFamily="18" charset="0"/>
              <a:cs typeface="Times New Roman" panose="02020603050405020304" pitchFamily="18" charset="0"/>
            </a:endParaRPr>
          </a:p>
        </p:txBody>
      </p:sp>
      <p:pic>
        <p:nvPicPr>
          <p:cNvPr id="2097173" name="object 3"/>
          <p:cNvPicPr>
            <a:picLocks/>
          </p:cNvPicPr>
          <p:nvPr/>
        </p:nvPicPr>
        <p:blipFill>
          <a:blip xmlns:r="http://schemas.openxmlformats.org/officeDocument/2006/relationships" r:embed="rId1" cstate="print"/>
          <a:stretch>
            <a:fillRect/>
          </a:stretch>
        </p:blipFill>
        <p:spPr>
          <a:xfrm>
            <a:off x="329040" y="101160"/>
            <a:ext cx="933449" cy="1047627"/>
          </a:xfrm>
          <a:prstGeom prst="rect"/>
        </p:spPr>
      </p:pic>
      <p:sp>
        <p:nvSpPr>
          <p:cNvPr id="1048640" name="object 4"/>
          <p:cNvSpPr/>
          <p:nvPr/>
        </p:nvSpPr>
        <p:spPr>
          <a:xfrm>
            <a:off x="0" y="0"/>
            <a:ext cx="273897" cy="6857153"/>
          </a:xfrm>
          <a:custGeom>
            <a:avLst/>
            <a:ah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bIns="0" lIns="0" rIns="0" rtlCol="0" tIns="0" wrap="square"/>
          <a:p>
            <a:endParaRPr sz="1200"/>
          </a:p>
        </p:txBody>
      </p:sp>
      <p:cxnSp>
        <p:nvCxnSpPr>
          <p:cNvPr id="3145739" name="Straight Connector 16"/>
          <p:cNvCxnSpPr>
            <a:cxnSpLocks/>
          </p:cNvCxnSpPr>
          <p:nvPr/>
        </p:nvCxnSpPr>
        <p:spPr>
          <a:xfrm>
            <a:off x="273897" y="1307690"/>
            <a:ext cx="11916000" cy="0"/>
          </a:xfrm>
          <a:prstGeom prst="line"/>
          <a:ln>
            <a:solidFill>
              <a:srgbClr val="FF0000"/>
            </a:solidFill>
          </a:ln>
        </p:spPr>
        <p:style>
          <a:lnRef idx="3">
            <a:schemeClr val="dk1"/>
          </a:lnRef>
          <a:fillRef idx="0">
            <a:schemeClr val="dk1"/>
          </a:fillRef>
          <a:effectRef idx="2">
            <a:schemeClr val="dk1"/>
          </a:effectRef>
          <a:fontRef idx="minor">
            <a:schemeClr val="tx1"/>
          </a:fontRef>
        </p:style>
      </p:cxnSp>
      <p:sp>
        <p:nvSpPr>
          <p:cNvPr id="1048641" name="TextBox 9"/>
          <p:cNvSpPr txBox="1"/>
          <p:nvPr/>
        </p:nvSpPr>
        <p:spPr>
          <a:xfrm>
            <a:off x="619760" y="1778000"/>
            <a:ext cx="4439920" cy="4358640"/>
          </a:xfrm>
          <a:prstGeom prst="rect"/>
          <a:noFill/>
        </p:spPr>
        <p:txBody>
          <a:bodyPr rtlCol="0" wrap="square">
            <a:spAutoFit/>
          </a:bodyPr>
          <a:p>
            <a:pPr indent="-285750" marL="285750">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Main Components: </a:t>
            </a:r>
            <a:r>
              <a:rPr dirty="0" lang="en-US">
                <a:latin typeface="Calibri" panose="020F0502020204030204" pitchFamily="34" charset="0"/>
                <a:ea typeface="Calibri" panose="020F0502020204030204" pitchFamily="34" charset="0"/>
                <a:cs typeface="Calibri" panose="020F0502020204030204" pitchFamily="34" charset="0"/>
              </a:rPr>
              <a:t>The collaboration diagram includes Student, Teacher, Admin, LMS, and Database interacting together.</a:t>
            </a:r>
          </a:p>
          <a:p>
            <a:pPr indent="-285750" marL="285750">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Student Interaction: </a:t>
            </a:r>
            <a:r>
              <a:rPr dirty="0" lang="en-US">
                <a:latin typeface="Calibri" panose="020F0502020204030204" pitchFamily="34" charset="0"/>
                <a:ea typeface="Calibri" panose="020F0502020204030204" pitchFamily="34" charset="0"/>
                <a:cs typeface="Calibri" panose="020F0502020204030204" pitchFamily="34" charset="0"/>
              </a:rPr>
              <a:t>Student performs actions like login, upload files, select assignments, and send results through LMS. </a:t>
            </a:r>
          </a:p>
          <a:p>
            <a:pPr indent="-285750" marL="285750">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Teacher &amp; Admin Role: </a:t>
            </a:r>
            <a:r>
              <a:rPr dirty="0" lang="en-US">
                <a:latin typeface="Calibri" panose="020F0502020204030204" pitchFamily="34" charset="0"/>
                <a:ea typeface="Calibri" panose="020F0502020204030204" pitchFamily="34" charset="0"/>
                <a:cs typeface="Calibri" panose="020F0502020204030204" pitchFamily="34" charset="0"/>
              </a:rPr>
              <a:t>Teacher views submissions, enters marks, and gets notified, while Admin adds/removes users in the system. </a:t>
            </a:r>
          </a:p>
          <a:p>
            <a:pPr indent="-285750" marL="285750">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System &amp; Database Work: </a:t>
            </a:r>
            <a:r>
              <a:rPr dirty="0" lang="en-US">
                <a:latin typeface="Calibri" panose="020F0502020204030204" pitchFamily="34" charset="0"/>
                <a:ea typeface="Calibri" panose="020F0502020204030204" pitchFamily="34" charset="0"/>
                <a:cs typeface="Calibri" panose="020F0502020204030204" pitchFamily="34" charset="0"/>
              </a:rPr>
              <a:t>LMS processes all requests and communicates with Database for user validation and storing records.</a:t>
            </a:r>
            <a:endParaRPr dirty="0" lang="en-IN">
              <a:latin typeface="Calibri" panose="020F0502020204030204" pitchFamily="34" charset="0"/>
              <a:ea typeface="Calibri" panose="020F0502020204030204" pitchFamily="34" charset="0"/>
              <a:cs typeface="Calibri" panose="020F0502020204030204" pitchFamily="34" charset="0"/>
            </a:endParaRPr>
          </a:p>
        </p:txBody>
      </p:sp>
      <p:pic>
        <p:nvPicPr>
          <p:cNvPr id="2097174" name=""/>
          <p:cNvPicPr>
            <a:picLocks/>
          </p:cNvPicPr>
          <p:nvPr/>
        </p:nvPicPr>
        <p:blipFill>
          <a:blip xmlns:r="http://schemas.openxmlformats.org/officeDocument/2006/relationships" r:embed="rId2"/>
          <a:stretch>
            <a:fillRect/>
          </a:stretch>
        </p:blipFill>
        <p:spPr>
          <a:xfrm rot="0">
            <a:off x="5059680" y="1587279"/>
            <a:ext cx="6758860" cy="4431903"/>
          </a:xfrm>
          <a:prstGeom prst="rec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42" name="object 2"/>
          <p:cNvSpPr txBox="1">
            <a:spLocks noGrp="1"/>
          </p:cNvSpPr>
          <p:nvPr>
            <p:ph type="title"/>
          </p:nvPr>
        </p:nvSpPr>
        <p:spPr>
          <a:xfrm>
            <a:off x="1317632" y="342442"/>
            <a:ext cx="8199994" cy="685658"/>
          </a:xfrm>
          <a:prstGeom prst="rect"/>
        </p:spPr>
        <p:txBody>
          <a:bodyPr anchor="ctr" bIns="0" lIns="0" rIns="0" rtlCol="0" tIns="8467" vert="horz" wrap="square">
            <a:spAutoFit/>
          </a:bodyPr>
          <a:p>
            <a:pPr marL="8467">
              <a:lnSpc>
                <a:spcPct val="100000"/>
              </a:lnSpc>
              <a:spcBef>
                <a:spcPts val="67"/>
              </a:spcBef>
            </a:pPr>
            <a:r>
              <a:rPr b="1" dirty="0" lang="en-US" spc="-93">
                <a:solidFill>
                  <a:srgbClr val="FF0000"/>
                </a:solidFill>
                <a:latin typeface="Times New Roman" panose="02020603050405020304" pitchFamily="18" charset="0"/>
                <a:cs typeface="Times New Roman" panose="02020603050405020304" pitchFamily="18" charset="0"/>
              </a:rPr>
              <a:t>Component Diagram : </a:t>
            </a:r>
            <a:endParaRPr b="1" dirty="0" spc="-93">
              <a:solidFill>
                <a:srgbClr val="FF0000"/>
              </a:solidFill>
              <a:latin typeface="Times New Roman" panose="02020603050405020304" pitchFamily="18" charset="0"/>
              <a:cs typeface="Times New Roman" panose="02020603050405020304" pitchFamily="18" charset="0"/>
            </a:endParaRPr>
          </a:p>
        </p:txBody>
      </p:sp>
      <p:pic>
        <p:nvPicPr>
          <p:cNvPr id="2097175" name="object 3"/>
          <p:cNvPicPr>
            <a:picLocks/>
          </p:cNvPicPr>
          <p:nvPr/>
        </p:nvPicPr>
        <p:blipFill>
          <a:blip xmlns:r="http://schemas.openxmlformats.org/officeDocument/2006/relationships" r:embed="rId1" cstate="print"/>
          <a:stretch>
            <a:fillRect/>
          </a:stretch>
        </p:blipFill>
        <p:spPr>
          <a:xfrm>
            <a:off x="329040" y="101160"/>
            <a:ext cx="933449" cy="1047627"/>
          </a:xfrm>
          <a:prstGeom prst="rect"/>
        </p:spPr>
      </p:pic>
      <p:sp>
        <p:nvSpPr>
          <p:cNvPr id="1048643" name="object 4"/>
          <p:cNvSpPr/>
          <p:nvPr/>
        </p:nvSpPr>
        <p:spPr>
          <a:xfrm>
            <a:off x="0" y="0"/>
            <a:ext cx="273897" cy="6857153"/>
          </a:xfrm>
          <a:custGeom>
            <a:avLst/>
            <a:ah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bIns="0" lIns="0" rIns="0" rtlCol="0" tIns="0" wrap="square"/>
          <a:p>
            <a:endParaRPr sz="1200"/>
          </a:p>
        </p:txBody>
      </p:sp>
      <p:cxnSp>
        <p:nvCxnSpPr>
          <p:cNvPr id="3145740" name="Straight Connector 16"/>
          <p:cNvCxnSpPr>
            <a:cxnSpLocks/>
          </p:cNvCxnSpPr>
          <p:nvPr/>
        </p:nvCxnSpPr>
        <p:spPr>
          <a:xfrm>
            <a:off x="276000" y="1148787"/>
            <a:ext cx="11916000" cy="0"/>
          </a:xfrm>
          <a:prstGeom prst="line"/>
          <a:ln>
            <a:solidFill>
              <a:srgbClr val="FF0000"/>
            </a:solidFill>
          </a:ln>
        </p:spPr>
        <p:style>
          <a:lnRef idx="3">
            <a:schemeClr val="dk1"/>
          </a:lnRef>
          <a:fillRef idx="0">
            <a:schemeClr val="dk1"/>
          </a:fillRef>
          <a:effectRef idx="2">
            <a:schemeClr val="dk1"/>
          </a:effectRef>
          <a:fontRef idx="minor">
            <a:schemeClr val="tx1"/>
          </a:fontRef>
        </p:style>
      </p:cxnSp>
      <p:pic>
        <p:nvPicPr>
          <p:cNvPr id="2097176" name="Picture 7"/>
          <p:cNvPicPr>
            <a:picLocks noChangeAspect="1"/>
          </p:cNvPicPr>
          <p:nvPr/>
        </p:nvPicPr>
        <p:blipFill>
          <a:blip xmlns:r="http://schemas.openxmlformats.org/officeDocument/2006/relationships" r:embed="rId2"/>
          <a:stretch>
            <a:fillRect/>
          </a:stretch>
        </p:blipFill>
        <p:spPr>
          <a:xfrm>
            <a:off x="5237799" y="1148787"/>
            <a:ext cx="6776721" cy="5216130"/>
          </a:xfrm>
          <a:prstGeom prst="rect"/>
        </p:spPr>
      </p:pic>
      <p:sp>
        <p:nvSpPr>
          <p:cNvPr id="1048644" name="TextBox 9"/>
          <p:cNvSpPr txBox="1"/>
          <p:nvPr/>
        </p:nvSpPr>
        <p:spPr>
          <a:xfrm>
            <a:off x="273897" y="1343126"/>
            <a:ext cx="4786422" cy="5158740"/>
          </a:xfrm>
          <a:prstGeom prst="rect"/>
          <a:noFill/>
        </p:spPr>
        <p:txBody>
          <a:bodyPr rtlCol="0" wrap="square">
            <a:spAutoFit/>
          </a:bodyPr>
          <a:p>
            <a:pPr indent="-285750" marL="285750">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Main Components: </a:t>
            </a:r>
            <a:r>
              <a:rPr dirty="0" lang="en-US">
                <a:latin typeface="Calibri" panose="020F0502020204030204" pitchFamily="34" charset="0"/>
                <a:ea typeface="Calibri" panose="020F0502020204030204" pitchFamily="34" charset="0"/>
                <a:cs typeface="Calibri" panose="020F0502020204030204" pitchFamily="34" charset="0"/>
              </a:rPr>
              <a:t>Includes Student Portal, Teacher Portal, Admin Panel, Authentication Service, Course Management, Assignment, Quiz, Grading Module, Database, File Storage, and Notification.</a:t>
            </a:r>
          </a:p>
          <a:p>
            <a:pPr indent="-285750" marL="285750">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User Interaction: </a:t>
            </a:r>
            <a:r>
              <a:rPr dirty="0" lang="en-US">
                <a:latin typeface="Calibri" panose="020F0502020204030204" pitchFamily="34" charset="0"/>
                <a:ea typeface="Calibri" panose="020F0502020204030204" pitchFamily="34" charset="0"/>
                <a:cs typeface="Calibri" panose="020F0502020204030204" pitchFamily="34" charset="0"/>
              </a:rPr>
              <a:t>Students view courses, Teachers create assignments, Admin manages </a:t>
            </a:r>
            <a:r>
              <a:rPr altLang="en-IN" dirty="0" lang="en-US">
                <a:latin typeface="Calibri" panose="020F0502020204030204" pitchFamily="34" charset="0"/>
                <a:ea typeface="Calibri" panose="020F0502020204030204" pitchFamily="34" charset="0"/>
                <a:cs typeface="Calibri" panose="020F0502020204030204" pitchFamily="34" charset="0"/>
              </a:rPr>
              <a:t>u</a:t>
            </a:r>
            <a:r>
              <a:rPr altLang="en-IN" dirty="0" lang="en-US">
                <a:latin typeface="Calibri" panose="020F0502020204030204" pitchFamily="34" charset="0"/>
                <a:ea typeface="Calibri" panose="020F0502020204030204" pitchFamily="34" charset="0"/>
                <a:cs typeface="Calibri" panose="020F0502020204030204" pitchFamily="34" charset="0"/>
              </a:rPr>
              <a:t>s</a:t>
            </a:r>
            <a:r>
              <a:rPr altLang="en-IN" dirty="0" lang="en-US">
                <a:latin typeface="Calibri" panose="020F0502020204030204" pitchFamily="34" charset="0"/>
                <a:ea typeface="Calibri" panose="020F0502020204030204" pitchFamily="34" charset="0"/>
                <a:cs typeface="Calibri" panose="020F0502020204030204" pitchFamily="34" charset="0"/>
              </a:rPr>
              <a:t>e</a:t>
            </a:r>
            <a:r>
              <a:rPr altLang="en-IN" dirty="0" lang="en-US">
                <a:latin typeface="Calibri" panose="020F0502020204030204" pitchFamily="34" charset="0"/>
                <a:ea typeface="Calibri" panose="020F0502020204030204" pitchFamily="34" charset="0"/>
                <a:cs typeface="Calibri" panose="020F0502020204030204" pitchFamily="34" charset="0"/>
              </a:rPr>
              <a:t>r</a:t>
            </a:r>
            <a:r>
              <a:rPr altLang="en-IN" dirty="0" lang="en-US">
                <a:latin typeface="Calibri" panose="020F0502020204030204" pitchFamily="34" charset="0"/>
                <a:ea typeface="Calibri" panose="020F0502020204030204" pitchFamily="34" charset="0"/>
                <a:cs typeface="Calibri" panose="020F0502020204030204" pitchFamily="34" charset="0"/>
              </a:rPr>
              <a:t>s</a:t>
            </a:r>
            <a:r>
              <a:rPr dirty="0" lang="en-US">
                <a:latin typeface="Calibri" panose="020F0502020204030204" pitchFamily="34" charset="0"/>
                <a:ea typeface="Calibri" panose="020F0502020204030204" pitchFamily="34" charset="0"/>
                <a:cs typeface="Calibri" panose="020F0502020204030204" pitchFamily="34" charset="0"/>
              </a:rPr>
              <a:t>—all through their respective portals connected to backend components.</a:t>
            </a:r>
            <a:endParaRPr altLang="en-US" lang="zh-CN"/>
          </a:p>
          <a:p>
            <a:pPr indent="-285750" marL="285750">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Core Processing: </a:t>
            </a:r>
            <a:r>
              <a:rPr dirty="0" lang="en-US">
                <a:latin typeface="Calibri" panose="020F0502020204030204" pitchFamily="34" charset="0"/>
                <a:ea typeface="Calibri" panose="020F0502020204030204" pitchFamily="34" charset="0"/>
                <a:cs typeface="Calibri" panose="020F0502020204030204" pitchFamily="34" charset="0"/>
              </a:rPr>
              <a:t>Modules like Course Management, Assignment, Quiz, and Grading handle main LMS operations and interact with Database &amp; File Storage.</a:t>
            </a:r>
          </a:p>
          <a:p>
            <a:pPr indent="-285750" marL="285750">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Support Services: </a:t>
            </a:r>
            <a:r>
              <a:rPr dirty="0" lang="en-US">
                <a:latin typeface="Calibri" panose="020F0502020204030204" pitchFamily="34" charset="0"/>
                <a:ea typeface="Calibri" panose="020F0502020204030204" pitchFamily="34" charset="0"/>
                <a:cs typeface="Calibri" panose="020F0502020204030204" pitchFamily="34" charset="0"/>
              </a:rPr>
              <a:t>Authentication ensures login security, while Notification system sends alerts, updates, and grade notifications to user.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1048645" name="object 2"/>
          <p:cNvSpPr txBox="1">
            <a:spLocks noGrp="1"/>
          </p:cNvSpPr>
          <p:nvPr>
            <p:ph type="title"/>
          </p:nvPr>
        </p:nvSpPr>
        <p:spPr>
          <a:xfrm>
            <a:off x="1317632" y="342442"/>
            <a:ext cx="8199994" cy="685658"/>
          </a:xfrm>
          <a:prstGeom prst="rect"/>
        </p:spPr>
        <p:txBody>
          <a:bodyPr anchor="ctr" bIns="0" lIns="0" rIns="0" rtlCol="0" tIns="8467" vert="horz" wrap="square">
            <a:spAutoFit/>
          </a:bodyPr>
          <a:p>
            <a:pPr marL="8467">
              <a:lnSpc>
                <a:spcPct val="100000"/>
              </a:lnSpc>
              <a:spcBef>
                <a:spcPts val="67"/>
              </a:spcBef>
            </a:pPr>
            <a:r>
              <a:rPr b="1" dirty="0" lang="en-US" spc="-93">
                <a:solidFill>
                  <a:srgbClr val="FF0000"/>
                </a:solidFill>
                <a:latin typeface="Times New Roman" panose="02020603050405020304" pitchFamily="18" charset="0"/>
                <a:cs typeface="Times New Roman" panose="02020603050405020304" pitchFamily="18" charset="0"/>
              </a:rPr>
              <a:t>Deployment Diagram : </a:t>
            </a:r>
            <a:endParaRPr b="1" dirty="0" spc="-93">
              <a:solidFill>
                <a:srgbClr val="FF0000"/>
              </a:solidFill>
              <a:latin typeface="Times New Roman" panose="02020603050405020304" pitchFamily="18" charset="0"/>
              <a:cs typeface="Times New Roman" panose="02020603050405020304" pitchFamily="18" charset="0"/>
            </a:endParaRPr>
          </a:p>
        </p:txBody>
      </p:sp>
      <p:pic>
        <p:nvPicPr>
          <p:cNvPr id="2097177" name="object 3"/>
          <p:cNvPicPr>
            <a:picLocks/>
          </p:cNvPicPr>
          <p:nvPr/>
        </p:nvPicPr>
        <p:blipFill>
          <a:blip xmlns:r="http://schemas.openxmlformats.org/officeDocument/2006/relationships" r:embed="rId1" cstate="print"/>
          <a:stretch>
            <a:fillRect/>
          </a:stretch>
        </p:blipFill>
        <p:spPr>
          <a:xfrm>
            <a:off x="329040" y="101160"/>
            <a:ext cx="933449" cy="1047627"/>
          </a:xfrm>
          <a:prstGeom prst="rect"/>
        </p:spPr>
      </p:pic>
      <p:sp>
        <p:nvSpPr>
          <p:cNvPr id="1048646" name="object 4"/>
          <p:cNvSpPr/>
          <p:nvPr/>
        </p:nvSpPr>
        <p:spPr>
          <a:xfrm>
            <a:off x="0" y="0"/>
            <a:ext cx="273897" cy="6857153"/>
          </a:xfrm>
          <a:custGeom>
            <a:avLst/>
            <a:ah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bIns="0" lIns="0" rIns="0" rtlCol="0" tIns="0" wrap="square"/>
          <a:p>
            <a:endParaRPr sz="1200"/>
          </a:p>
        </p:txBody>
      </p:sp>
      <p:cxnSp>
        <p:nvCxnSpPr>
          <p:cNvPr id="3145741" name="Straight Connector 16"/>
          <p:cNvCxnSpPr>
            <a:cxnSpLocks/>
          </p:cNvCxnSpPr>
          <p:nvPr/>
        </p:nvCxnSpPr>
        <p:spPr>
          <a:xfrm>
            <a:off x="273897" y="1289500"/>
            <a:ext cx="11916000" cy="0"/>
          </a:xfrm>
          <a:prstGeom prst="line"/>
          <a:ln>
            <a:solidFill>
              <a:srgbClr val="FF0000"/>
            </a:solidFill>
          </a:ln>
        </p:spPr>
        <p:style>
          <a:lnRef idx="3">
            <a:schemeClr val="dk1"/>
          </a:lnRef>
          <a:fillRef idx="0">
            <a:schemeClr val="dk1"/>
          </a:fillRef>
          <a:effectRef idx="2">
            <a:schemeClr val="dk1"/>
          </a:effectRef>
          <a:fontRef idx="minor">
            <a:schemeClr val="tx1"/>
          </a:fontRef>
        </p:style>
      </p:cxnSp>
      <p:pic>
        <p:nvPicPr>
          <p:cNvPr id="2097178" name="Picture 5"/>
          <p:cNvPicPr>
            <a:picLocks noChangeAspect="1"/>
          </p:cNvPicPr>
          <p:nvPr/>
        </p:nvPicPr>
        <p:blipFill>
          <a:blip xmlns:r="http://schemas.openxmlformats.org/officeDocument/2006/relationships" r:embed="rId2"/>
          <a:stretch>
            <a:fillRect/>
          </a:stretch>
        </p:blipFill>
        <p:spPr>
          <a:xfrm>
            <a:off x="5090160" y="1425989"/>
            <a:ext cx="7099736" cy="5294676"/>
          </a:xfrm>
          <a:prstGeom prst="rect"/>
        </p:spPr>
      </p:pic>
      <p:sp>
        <p:nvSpPr>
          <p:cNvPr id="1048647" name="TextBox 7"/>
          <p:cNvSpPr txBox="1"/>
          <p:nvPr/>
        </p:nvSpPr>
        <p:spPr>
          <a:xfrm>
            <a:off x="456988" y="1425989"/>
            <a:ext cx="4450080" cy="4358640"/>
          </a:xfrm>
          <a:prstGeom prst="rect"/>
          <a:noFill/>
        </p:spPr>
        <p:txBody>
          <a:bodyPr rtlCol="0" wrap="square">
            <a:spAutoFit/>
          </a:bodyPr>
          <a:p>
            <a:pPr indent="-285750" marL="285750">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Deployment Layers: </a:t>
            </a:r>
            <a:r>
              <a:rPr dirty="0" lang="en-US">
                <a:latin typeface="Calibri" panose="020F0502020204030204" pitchFamily="34" charset="0"/>
                <a:ea typeface="Calibri" panose="020F0502020204030204" pitchFamily="34" charset="0"/>
                <a:cs typeface="Calibri" panose="020F0502020204030204" pitchFamily="34" charset="0"/>
              </a:rPr>
              <a:t>The system is deployed in layers—Client Device (mobile/web), Web Server (LMS app), and Application Layer (backend).</a:t>
            </a:r>
          </a:p>
          <a:p>
            <a:pPr indent="-285750" marL="285750">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User Access: </a:t>
            </a:r>
            <a:r>
              <a:rPr dirty="0" lang="en-US">
                <a:latin typeface="Calibri" panose="020F0502020204030204" pitchFamily="34" charset="0"/>
                <a:ea typeface="Calibri" panose="020F0502020204030204" pitchFamily="34" charset="0"/>
                <a:cs typeface="Calibri" panose="020F0502020204030204" pitchFamily="34" charset="0"/>
              </a:rPr>
              <a:t>Students, Teachers, and Admin access the LMS via mobile app or browser using HTTP/HTTPS.</a:t>
            </a:r>
          </a:p>
          <a:p>
            <a:pPr indent="-285750" marL="285750">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Backend Processing: </a:t>
            </a:r>
            <a:r>
              <a:rPr dirty="0" lang="en-US">
                <a:latin typeface="Calibri" panose="020F0502020204030204" pitchFamily="34" charset="0"/>
                <a:ea typeface="Calibri" panose="020F0502020204030204" pitchFamily="34" charset="0"/>
                <a:cs typeface="Calibri" panose="020F0502020204030204" pitchFamily="34" charset="0"/>
              </a:rPr>
              <a:t>The LMS backend handles business logic and connects to Database, File Storage, and Notification services.</a:t>
            </a:r>
          </a:p>
          <a:p>
            <a:pPr indent="-285750" marL="285750">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External Services: </a:t>
            </a:r>
            <a:r>
              <a:rPr dirty="0" lang="en-US">
                <a:latin typeface="Calibri" panose="020F0502020204030204" pitchFamily="34" charset="0"/>
                <a:ea typeface="Calibri" panose="020F0502020204030204" pitchFamily="34" charset="0"/>
                <a:cs typeface="Calibri" panose="020F0502020204030204" pitchFamily="34" charset="0"/>
              </a:rPr>
              <a:t>Database stores data, File Storage manages uploads/downloads, and Notification service (Email/SMS) sends alerts and updates.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60" name=""/>
        <p:cNvGrpSpPr/>
        <p:nvPr/>
      </p:nvGrpSpPr>
      <p:grpSpPr>
        <a:xfrm>
          <a:off x="0" y="0"/>
          <a:ext cx="0" cy="0"/>
          <a:chOff x="0" y="0"/>
          <a:chExt cx="0" cy="0"/>
        </a:xfrm>
      </p:grpSpPr>
      <p:sp>
        <p:nvSpPr>
          <p:cNvPr id="1048648" name="object 2"/>
          <p:cNvSpPr txBox="1">
            <a:spLocks noGrp="1"/>
          </p:cNvSpPr>
          <p:nvPr>
            <p:ph type="title"/>
          </p:nvPr>
        </p:nvSpPr>
        <p:spPr>
          <a:xfrm>
            <a:off x="1317632" y="342441"/>
            <a:ext cx="8199994" cy="685658"/>
          </a:xfrm>
          <a:prstGeom prst="rect"/>
        </p:spPr>
        <p:txBody>
          <a:bodyPr anchor="ctr" bIns="0" lIns="0" rIns="0" rtlCol="0" tIns="8467" vert="horz" wrap="square">
            <a:spAutoFit/>
          </a:bodyPr>
          <a:p>
            <a:pPr marL="8467">
              <a:lnSpc>
                <a:spcPct val="100000"/>
              </a:lnSpc>
              <a:spcBef>
                <a:spcPts val="67"/>
              </a:spcBef>
            </a:pPr>
            <a:r>
              <a:rPr b="1" dirty="0" lang="en-IN">
                <a:solidFill>
                  <a:srgbClr val="FF0000"/>
                </a:solidFill>
                <a:latin typeface="Times New Roman" panose="02020603050405020304" pitchFamily="18" charset="0"/>
                <a:cs typeface="Times New Roman" panose="02020603050405020304" pitchFamily="18" charset="0"/>
              </a:rPr>
              <a:t>Data Flow Diagram (DFD)</a:t>
            </a:r>
            <a:r>
              <a:rPr b="1" dirty="0" lang="en-US">
                <a:solidFill>
                  <a:srgbClr val="FF0000"/>
                </a:solidFill>
                <a:latin typeface="Times New Roman" panose="02020603050405020304" pitchFamily="18" charset="0"/>
                <a:cs typeface="Times New Roman" panose="02020603050405020304" pitchFamily="18" charset="0"/>
              </a:rPr>
              <a:t>:</a:t>
            </a:r>
            <a:endParaRPr dirty="0" spc="-93">
              <a:solidFill>
                <a:srgbClr val="FF0000"/>
              </a:solidFill>
              <a:latin typeface="Times New Roman" panose="02020603050405020304" pitchFamily="18" charset="0"/>
              <a:cs typeface="Times New Roman" panose="02020603050405020304" pitchFamily="18" charset="0"/>
            </a:endParaRPr>
          </a:p>
        </p:txBody>
      </p:sp>
      <p:pic>
        <p:nvPicPr>
          <p:cNvPr id="2097179" name="object 3"/>
          <p:cNvPicPr>
            <a:picLocks/>
          </p:cNvPicPr>
          <p:nvPr/>
        </p:nvPicPr>
        <p:blipFill>
          <a:blip xmlns:r="http://schemas.openxmlformats.org/officeDocument/2006/relationships" r:embed="rId1" cstate="print"/>
          <a:stretch>
            <a:fillRect/>
          </a:stretch>
        </p:blipFill>
        <p:spPr>
          <a:xfrm>
            <a:off x="329040" y="101160"/>
            <a:ext cx="933449" cy="1047627"/>
          </a:xfrm>
          <a:prstGeom prst="rect"/>
        </p:spPr>
      </p:pic>
      <p:sp>
        <p:nvSpPr>
          <p:cNvPr id="1048649" name="object 4"/>
          <p:cNvSpPr/>
          <p:nvPr/>
        </p:nvSpPr>
        <p:spPr>
          <a:xfrm>
            <a:off x="0" y="0"/>
            <a:ext cx="273897" cy="6857153"/>
          </a:xfrm>
          <a:custGeom>
            <a:avLst/>
            <a:ah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bIns="0" lIns="0" rIns="0" rtlCol="0" tIns="0" wrap="square"/>
          <a:p>
            <a:endParaRPr sz="1200"/>
          </a:p>
        </p:txBody>
      </p:sp>
      <p:cxnSp>
        <p:nvCxnSpPr>
          <p:cNvPr id="3145742" name="Straight Connector 16"/>
          <p:cNvCxnSpPr>
            <a:cxnSpLocks/>
          </p:cNvCxnSpPr>
          <p:nvPr/>
        </p:nvCxnSpPr>
        <p:spPr>
          <a:xfrm>
            <a:off x="273897" y="1299332"/>
            <a:ext cx="11916000" cy="0"/>
          </a:xfrm>
          <a:prstGeom prst="line"/>
          <a:ln>
            <a:solidFill>
              <a:srgbClr val="FF0000"/>
            </a:solidFill>
          </a:ln>
        </p:spPr>
        <p:style>
          <a:lnRef idx="3">
            <a:schemeClr val="dk1"/>
          </a:lnRef>
          <a:fillRef idx="0">
            <a:schemeClr val="dk1"/>
          </a:fillRef>
          <a:effectRef idx="2">
            <a:schemeClr val="dk1"/>
          </a:effectRef>
          <a:fontRef idx="minor">
            <a:schemeClr val="tx1"/>
          </a:fontRef>
        </p:style>
      </p:cxnSp>
      <p:pic>
        <p:nvPicPr>
          <p:cNvPr id="2097180" name="Picture 11"/>
          <p:cNvPicPr>
            <a:picLocks noChangeAspect="1"/>
          </p:cNvPicPr>
          <p:nvPr/>
        </p:nvPicPr>
        <p:blipFill>
          <a:blip xmlns:r="http://schemas.openxmlformats.org/officeDocument/2006/relationships" r:embed="rId2"/>
          <a:stretch>
            <a:fillRect/>
          </a:stretch>
        </p:blipFill>
        <p:spPr>
          <a:xfrm>
            <a:off x="4815840" y="1449878"/>
            <a:ext cx="6821216" cy="5023273"/>
          </a:xfrm>
          <a:prstGeom prst="rect"/>
        </p:spPr>
      </p:pic>
      <p:sp>
        <p:nvSpPr>
          <p:cNvPr id="1048650" name="TextBox 12"/>
          <p:cNvSpPr txBox="1"/>
          <p:nvPr/>
        </p:nvSpPr>
        <p:spPr>
          <a:xfrm>
            <a:off x="416560" y="1449878"/>
            <a:ext cx="4064000" cy="5158740"/>
          </a:xfrm>
          <a:prstGeom prst="rect"/>
          <a:noFill/>
        </p:spPr>
        <p:txBody>
          <a:bodyPr rtlCol="0" wrap="square">
            <a:spAutoFit/>
          </a:bodyPr>
          <a:p>
            <a:pPr indent="-285750" marL="285750">
              <a:buFont typeface="Arial" panose="020B0604020202020204" pitchFamily="34" charset="0"/>
              <a:buChar char="•"/>
            </a:pPr>
            <a:r>
              <a:rPr b="1" dirty="0" lang="en-IN">
                <a:latin typeface="Calibri" panose="020F0502020204030204" pitchFamily="34" charset="0"/>
                <a:ea typeface="Calibri" panose="020F0502020204030204" pitchFamily="34" charset="0"/>
                <a:cs typeface="Calibri" panose="020F0502020204030204" pitchFamily="34" charset="0"/>
              </a:rPr>
              <a:t>Main Entities: </a:t>
            </a:r>
            <a:r>
              <a:rPr dirty="0" lang="en-IN">
                <a:latin typeface="Calibri" panose="020F0502020204030204" pitchFamily="34" charset="0"/>
                <a:ea typeface="Calibri" panose="020F0502020204030204" pitchFamily="34" charset="0"/>
                <a:cs typeface="Calibri" panose="020F0502020204030204" pitchFamily="34" charset="0"/>
              </a:rPr>
              <a:t>The DFD includes Student, Instructor, Login, Course Management, Assignment Handling, and databases (User DB, Course DB, Assignment DB).</a:t>
            </a:r>
          </a:p>
          <a:p>
            <a:pPr indent="-285750" marL="285750">
              <a:buFont typeface="Arial" panose="020B0604020202020204" pitchFamily="34" charset="0"/>
              <a:buChar char="•"/>
            </a:pPr>
            <a:r>
              <a:rPr b="1" dirty="0" lang="en-IN">
                <a:latin typeface="Calibri" panose="020F0502020204030204" pitchFamily="34" charset="0"/>
                <a:ea typeface="Calibri" panose="020F0502020204030204" pitchFamily="34" charset="0"/>
                <a:cs typeface="Calibri" panose="020F0502020204030204" pitchFamily="34" charset="0"/>
              </a:rPr>
              <a:t>Login Flow: </a:t>
            </a:r>
            <a:r>
              <a:rPr dirty="0" lang="en-IN">
                <a:latin typeface="Calibri" panose="020F0502020204030204" pitchFamily="34" charset="0"/>
                <a:ea typeface="Calibri" panose="020F0502020204030204" pitchFamily="34" charset="0"/>
                <a:cs typeface="Calibri" panose="020F0502020204030204" pitchFamily="34" charset="0"/>
              </a:rPr>
              <a:t>Student sends credentials → Login process verifies with User DB → returns user data for authentication.</a:t>
            </a:r>
          </a:p>
          <a:p>
            <a:pPr indent="-285750" marL="285750">
              <a:buFont typeface="Arial" panose="020B0604020202020204" pitchFamily="34" charset="0"/>
              <a:buChar char="•"/>
            </a:pPr>
            <a:r>
              <a:rPr b="1" dirty="0" lang="en-IN">
                <a:latin typeface="Calibri" panose="020F0502020204030204" pitchFamily="34" charset="0"/>
                <a:ea typeface="Calibri" panose="020F0502020204030204" pitchFamily="34" charset="0"/>
                <a:cs typeface="Calibri" panose="020F0502020204030204" pitchFamily="34" charset="0"/>
              </a:rPr>
              <a:t>Course Flow: </a:t>
            </a:r>
            <a:r>
              <a:rPr dirty="0" lang="en-IN">
                <a:latin typeface="Calibri" panose="020F0502020204030204" pitchFamily="34" charset="0"/>
                <a:ea typeface="Calibri" panose="020F0502020204030204" pitchFamily="34" charset="0"/>
                <a:cs typeface="Calibri" panose="020F0502020204030204" pitchFamily="34" charset="0"/>
              </a:rPr>
              <a:t>Student requests courses → Course Management fetches data from Course DB → sends course information back to student.</a:t>
            </a:r>
          </a:p>
          <a:p>
            <a:pPr indent="-285750" marL="285750">
              <a:buFont typeface="Arial" panose="020B0604020202020204" pitchFamily="34" charset="0"/>
              <a:buChar char="•"/>
            </a:pPr>
            <a:r>
              <a:rPr b="1" dirty="0" lang="en-IN">
                <a:latin typeface="Calibri" panose="020F0502020204030204" pitchFamily="34" charset="0"/>
                <a:ea typeface="Calibri" panose="020F0502020204030204" pitchFamily="34" charset="0"/>
                <a:cs typeface="Calibri" panose="020F0502020204030204" pitchFamily="34" charset="0"/>
              </a:rPr>
              <a:t>Assignment Flow: </a:t>
            </a:r>
            <a:r>
              <a:rPr dirty="0" lang="en-IN">
                <a:latin typeface="Calibri" panose="020F0502020204030204" pitchFamily="34" charset="0"/>
                <a:ea typeface="Calibri" panose="020F0502020204030204" pitchFamily="34" charset="0"/>
                <a:cs typeface="Calibri" panose="020F0502020204030204" pitchFamily="34" charset="0"/>
              </a:rPr>
              <a:t>Student submits assignment → Assignment Handling stores it in Assignment DB → confirmation is sent and instructor is notification.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1048651" name="object 2"/>
          <p:cNvSpPr txBox="1">
            <a:spLocks noGrp="1"/>
          </p:cNvSpPr>
          <p:nvPr>
            <p:ph type="title"/>
          </p:nvPr>
        </p:nvSpPr>
        <p:spPr>
          <a:xfrm>
            <a:off x="1317632" y="342441"/>
            <a:ext cx="8199994" cy="685658"/>
          </a:xfrm>
          <a:prstGeom prst="rect"/>
        </p:spPr>
        <p:txBody>
          <a:bodyPr anchor="ctr" bIns="0" lIns="0" rIns="0" rtlCol="0" tIns="8467" vert="horz" wrap="square">
            <a:spAutoFit/>
          </a:bodyPr>
          <a:p>
            <a:pPr marL="8467">
              <a:lnSpc>
                <a:spcPct val="100000"/>
              </a:lnSpc>
              <a:spcBef>
                <a:spcPts val="67"/>
              </a:spcBef>
            </a:pPr>
            <a:r>
              <a:rPr b="1" dirty="0" lang="en-IN">
                <a:solidFill>
                  <a:srgbClr val="FF0000"/>
                </a:solidFill>
                <a:latin typeface="Times New Roman" panose="02020603050405020304" pitchFamily="18" charset="0"/>
                <a:cs typeface="Times New Roman" panose="02020603050405020304" pitchFamily="18" charset="0"/>
              </a:rPr>
              <a:t>Control Flow Diagram (CFD)</a:t>
            </a:r>
            <a:r>
              <a:rPr b="1" dirty="0" lang="en-US">
                <a:solidFill>
                  <a:srgbClr val="FF0000"/>
                </a:solidFill>
                <a:latin typeface="Times New Roman" panose="02020603050405020304" pitchFamily="18" charset="0"/>
                <a:cs typeface="Times New Roman" panose="02020603050405020304" pitchFamily="18" charset="0"/>
              </a:rPr>
              <a:t>:</a:t>
            </a:r>
            <a:endParaRPr dirty="0" spc="-93">
              <a:solidFill>
                <a:srgbClr val="FF0000"/>
              </a:solidFill>
              <a:latin typeface="Times New Roman" panose="02020603050405020304" pitchFamily="18" charset="0"/>
              <a:cs typeface="Times New Roman" panose="02020603050405020304" pitchFamily="18" charset="0"/>
            </a:endParaRPr>
          </a:p>
        </p:txBody>
      </p:sp>
      <p:pic>
        <p:nvPicPr>
          <p:cNvPr id="2097181" name="object 3"/>
          <p:cNvPicPr>
            <a:picLocks/>
          </p:cNvPicPr>
          <p:nvPr/>
        </p:nvPicPr>
        <p:blipFill>
          <a:blip xmlns:r="http://schemas.openxmlformats.org/officeDocument/2006/relationships" r:embed="rId1" cstate="print"/>
          <a:stretch>
            <a:fillRect/>
          </a:stretch>
        </p:blipFill>
        <p:spPr>
          <a:xfrm>
            <a:off x="329040" y="101160"/>
            <a:ext cx="933449" cy="1047627"/>
          </a:xfrm>
          <a:prstGeom prst="rect"/>
        </p:spPr>
      </p:pic>
      <p:sp>
        <p:nvSpPr>
          <p:cNvPr id="1048652" name="object 4"/>
          <p:cNvSpPr/>
          <p:nvPr/>
        </p:nvSpPr>
        <p:spPr>
          <a:xfrm>
            <a:off x="0" y="0"/>
            <a:ext cx="273897" cy="6857153"/>
          </a:xfrm>
          <a:custGeom>
            <a:avLst/>
            <a:ah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bIns="0" lIns="0" rIns="0" rtlCol="0" tIns="0" wrap="square"/>
          <a:p>
            <a:endParaRPr sz="1200"/>
          </a:p>
        </p:txBody>
      </p:sp>
      <p:cxnSp>
        <p:nvCxnSpPr>
          <p:cNvPr id="3145743" name="Straight Connector 16"/>
          <p:cNvCxnSpPr>
            <a:cxnSpLocks/>
          </p:cNvCxnSpPr>
          <p:nvPr/>
        </p:nvCxnSpPr>
        <p:spPr>
          <a:xfrm>
            <a:off x="273897" y="1289500"/>
            <a:ext cx="11916000" cy="0"/>
          </a:xfrm>
          <a:prstGeom prst="line"/>
          <a:ln>
            <a:solidFill>
              <a:srgbClr val="FF0000"/>
            </a:solidFill>
          </a:ln>
        </p:spPr>
        <p:style>
          <a:lnRef idx="3">
            <a:schemeClr val="dk1"/>
          </a:lnRef>
          <a:fillRef idx="0">
            <a:schemeClr val="dk1"/>
          </a:fillRef>
          <a:effectRef idx="2">
            <a:schemeClr val="dk1"/>
          </a:effectRef>
          <a:fontRef idx="minor">
            <a:schemeClr val="tx1"/>
          </a:fontRef>
        </p:style>
      </p:cxnSp>
      <p:pic>
        <p:nvPicPr>
          <p:cNvPr id="2097182" name="Picture 5"/>
          <p:cNvPicPr>
            <a:picLocks noChangeAspect="1"/>
          </p:cNvPicPr>
          <p:nvPr/>
        </p:nvPicPr>
        <p:blipFill>
          <a:blip xmlns:r="http://schemas.openxmlformats.org/officeDocument/2006/relationships" r:embed="rId2"/>
          <a:stretch>
            <a:fillRect/>
          </a:stretch>
        </p:blipFill>
        <p:spPr>
          <a:xfrm>
            <a:off x="4409440" y="1414413"/>
            <a:ext cx="7581932" cy="5317827"/>
          </a:xfrm>
          <a:prstGeom prst="rect"/>
        </p:spPr>
      </p:pic>
      <p:sp>
        <p:nvSpPr>
          <p:cNvPr id="1048653" name="TextBox 7"/>
          <p:cNvSpPr txBox="1"/>
          <p:nvPr/>
        </p:nvSpPr>
        <p:spPr>
          <a:xfrm>
            <a:off x="446194" y="1430214"/>
            <a:ext cx="3431325" cy="5158740"/>
          </a:xfrm>
          <a:prstGeom prst="rect"/>
          <a:noFill/>
        </p:spPr>
        <p:txBody>
          <a:bodyPr rtlCol="0" wrap="square">
            <a:spAutoFit/>
          </a:bodyPr>
          <a:p>
            <a:pPr indent="-285750" marL="285750">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Start &amp; Validation: </a:t>
            </a:r>
            <a:r>
              <a:rPr dirty="0" lang="en-US">
                <a:latin typeface="Calibri" panose="020F0502020204030204" pitchFamily="34" charset="0"/>
                <a:ea typeface="Calibri" panose="020F0502020204030204" pitchFamily="34" charset="0"/>
                <a:cs typeface="Calibri" panose="020F0502020204030204" pitchFamily="34" charset="0"/>
              </a:rPr>
              <a:t>Process begins with login → user is validated → invalid users get an error, valid users proceed.</a:t>
            </a:r>
          </a:p>
          <a:p>
            <a:pPr indent="-285750" marL="285750">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Role-Based Flow: </a:t>
            </a:r>
            <a:r>
              <a:rPr dirty="0" lang="en-US">
                <a:latin typeface="Calibri" panose="020F0502020204030204" pitchFamily="34" charset="0"/>
                <a:ea typeface="Calibri" panose="020F0502020204030204" pitchFamily="34" charset="0"/>
                <a:cs typeface="Calibri" panose="020F0502020204030204" pitchFamily="34" charset="0"/>
              </a:rPr>
              <a:t>After validation, system directs to Student, Teacher, or Admin based on selected role.</a:t>
            </a:r>
          </a:p>
          <a:p>
            <a:pPr indent="-285750" marL="285750">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User Actions: </a:t>
            </a:r>
            <a:r>
              <a:rPr dirty="0" lang="en-US">
                <a:latin typeface="Calibri" panose="020F0502020204030204" pitchFamily="34" charset="0"/>
                <a:ea typeface="Calibri" panose="020F0502020204030204" pitchFamily="34" charset="0"/>
                <a:cs typeface="Calibri" panose="020F0502020204030204" pitchFamily="34" charset="0"/>
              </a:rPr>
              <a:t>Students (courses, quizzes, assignments), Teachers (create content, grade), Admin (manage users/courses, reports).</a:t>
            </a:r>
          </a:p>
          <a:p>
            <a:pPr indent="-285750" marL="285750">
              <a:buFont typeface="Arial" panose="020B0604020202020204" pitchFamily="34" charset="0"/>
              <a:buChar char="•"/>
            </a:pPr>
            <a:r>
              <a:rPr b="1" dirty="0" lang="en-US">
                <a:latin typeface="Calibri" panose="020F0502020204030204" pitchFamily="34" charset="0"/>
                <a:ea typeface="Calibri" panose="020F0502020204030204" pitchFamily="34" charset="0"/>
                <a:cs typeface="Calibri" panose="020F0502020204030204" pitchFamily="34" charset="0"/>
              </a:rPr>
              <a:t>End Flow: </a:t>
            </a:r>
            <a:r>
              <a:rPr dirty="0" lang="en-US">
                <a:latin typeface="Calibri" panose="020F0502020204030204" pitchFamily="34" charset="0"/>
                <a:ea typeface="Calibri" panose="020F0502020204030204" pitchFamily="34" charset="0"/>
                <a:cs typeface="Calibri" panose="020F0502020204030204" pitchFamily="34" charset="0"/>
              </a:rPr>
              <a:t>Each role completes tasks → logs out → process ends, showing complete control flow of the system.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1048654" name="Title 1"/>
          <p:cNvSpPr>
            <a:spLocks noGrp="1"/>
          </p:cNvSpPr>
          <p:nvPr>
            <p:ph type="title"/>
          </p:nvPr>
        </p:nvSpPr>
        <p:spPr>
          <a:xfrm>
            <a:off x="1341120" y="42985"/>
            <a:ext cx="10515600" cy="1325563"/>
          </a:xfrm>
        </p:spPr>
        <p:txBody>
          <a:bodyPr/>
          <a:p>
            <a:r>
              <a:rPr b="1" dirty="0" lang="en-US" spc="-93">
                <a:solidFill>
                  <a:srgbClr val="FF0000"/>
                </a:solidFill>
                <a:latin typeface="Times New Roman" panose="02020603050405020304" pitchFamily="18" charset="0"/>
                <a:cs typeface="Times New Roman" panose="02020603050405020304" pitchFamily="18" charset="0"/>
              </a:rPr>
              <a:t>Conclusion</a:t>
            </a:r>
            <a:r>
              <a:rPr dirty="0" lang="en-US" spc="-93">
                <a:solidFill>
                  <a:srgbClr val="FF0000"/>
                </a:solidFill>
              </a:rPr>
              <a:t>:</a:t>
            </a:r>
            <a:endParaRPr dirty="0" lang="en-US"/>
          </a:p>
        </p:txBody>
      </p:sp>
      <p:cxnSp>
        <p:nvCxnSpPr>
          <p:cNvPr id="3145744" name="Straight Connector 4"/>
          <p:cNvCxnSpPr>
            <a:cxnSpLocks/>
          </p:cNvCxnSpPr>
          <p:nvPr/>
        </p:nvCxnSpPr>
        <p:spPr>
          <a:xfrm>
            <a:off x="136948" y="1426558"/>
            <a:ext cx="11916000" cy="0"/>
          </a:xfrm>
          <a:prstGeom prst="line"/>
          <a:ln>
            <a:solidFill>
              <a:srgbClr val="FF0000"/>
            </a:solidFill>
          </a:ln>
        </p:spPr>
        <p:style>
          <a:lnRef idx="3">
            <a:schemeClr val="dk1"/>
          </a:lnRef>
          <a:fillRef idx="0">
            <a:schemeClr val="dk1"/>
          </a:fillRef>
          <a:effectRef idx="2">
            <a:schemeClr val="dk1"/>
          </a:effectRef>
          <a:fontRef idx="minor">
            <a:schemeClr val="tx1"/>
          </a:fontRef>
        </p:style>
      </p:cxnSp>
      <p:pic>
        <p:nvPicPr>
          <p:cNvPr id="2097183" name="object 3"/>
          <p:cNvPicPr>
            <a:picLocks/>
          </p:cNvPicPr>
          <p:nvPr/>
        </p:nvPicPr>
        <p:blipFill>
          <a:blip xmlns:r="http://schemas.openxmlformats.org/officeDocument/2006/relationships" r:embed="rId1" cstate="print"/>
          <a:stretch>
            <a:fillRect/>
          </a:stretch>
        </p:blipFill>
        <p:spPr>
          <a:xfrm>
            <a:off x="358775" y="181952"/>
            <a:ext cx="933449" cy="1047627"/>
          </a:xfrm>
          <a:prstGeom prst="rect"/>
        </p:spPr>
      </p:pic>
      <p:sp>
        <p:nvSpPr>
          <p:cNvPr id="1048655" name="object 4"/>
          <p:cNvSpPr/>
          <p:nvPr/>
        </p:nvSpPr>
        <p:spPr>
          <a:xfrm>
            <a:off x="0" y="0"/>
            <a:ext cx="273897" cy="6857153"/>
          </a:xfrm>
          <a:custGeom>
            <a:avLst/>
            <a:ah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bIns="0" lIns="0" rIns="0" rtlCol="0" tIns="0" wrap="square"/>
          <a:p>
            <a:endParaRPr sz="1200"/>
          </a:p>
        </p:txBody>
      </p:sp>
      <p:sp>
        <p:nvSpPr>
          <p:cNvPr id="1048656" name="Rectangle 1"/>
          <p:cNvSpPr>
            <a:spLocks noChangeArrowheads="1"/>
          </p:cNvSpPr>
          <p:nvPr/>
        </p:nvSpPr>
        <p:spPr bwMode="auto">
          <a:xfrm>
            <a:off x="825499" y="1574272"/>
            <a:ext cx="11155399" cy="4714241"/>
          </a:xfrm>
          <a:prstGeom prst="rect"/>
          <a:noFill/>
          <a:ln>
            <a:noFill/>
          </a:ln>
          <a:effectLst/>
        </p:spPr>
        <p:txBody>
          <a:bodyPr anchor="ctr" anchorCtr="0" bIns="45720" compatLnSpc="1" lIns="91440" numCol="1" rIns="91440" tIns="45720" vert="horz" wrap="square">
            <a:prstTxWarp prst="textNoShape"/>
            <a:spAutoFit/>
          </a:bodyPr>
          <a:p>
            <a:pPr algn="l" defTabSz="914400" eaLnBrk="0" fontAlgn="base" hangingPunct="0" indent="0" latinLnBrk="0" lvl="0" marL="0" marR="0" rtl="0">
              <a:lnSpc>
                <a:spcPct val="100000"/>
              </a:lnSpc>
              <a:spcBef>
                <a:spcPct val="0"/>
              </a:spcBef>
              <a:spcAft>
                <a:spcPct val="0"/>
              </a:spcAft>
              <a:buClrTx/>
              <a:buSzTx/>
              <a:buFontTx/>
              <a:buNone/>
            </a:pPr>
            <a:r>
              <a:rPr altLang="en-US" baseline="0" b="0" cap="none" dirty="0" sz="2400" i="0" kumimoji="0" lang="en-US" normalizeH="0" strike="noStrike" u="none">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Learning Management System provides an efficient and modern solution for managing educational activities digitally. By integrating students, teachers, administrators, and learning resources into a single platform, the system ensures smooth communication, organized record management, and easy access to academic content. It reduces manual effort, saves time, and improves the overall teaching and learning process.</a:t>
            </a:r>
          </a:p>
          <a:p>
            <a:pPr algn="l" defTabSz="914400" eaLnBrk="0" fontAlgn="base" hangingPunct="0" indent="0" latinLnBrk="0" lvl="0" marL="0" marR="0" rtl="0">
              <a:lnSpc>
                <a:spcPct val="100000"/>
              </a:lnSpc>
              <a:spcBef>
                <a:spcPct val="0"/>
              </a:spcBef>
              <a:spcAft>
                <a:spcPct val="0"/>
              </a:spcAft>
              <a:buClrTx/>
              <a:buSzTx/>
              <a:buFontTx/>
              <a:buNone/>
            </a:pPr>
            <a:r>
              <a:rPr altLang="en-US" baseline="0" b="0" cap="none" dirty="0" sz="2400" i="0" kumimoji="0" lang="en-US" normalizeH="0" strike="noStrike" u="none">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inclusion of features such as online courses, study materials, assignments, quizzes, progress tracking, and digital libraries allows users to learn and manage tasks conveniently from anywhere. Teachers can effectively monitor student performance, while administrators can manage users and courses efficiently. Overall, this system promotes smart education practices and demonstrates how technology can transform traditional learning into an interactive, flexible, and intelligent system.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1048657" name="object 2"/>
          <p:cNvSpPr txBox="1">
            <a:spLocks noGrp="1"/>
          </p:cNvSpPr>
          <p:nvPr>
            <p:ph type="title"/>
          </p:nvPr>
        </p:nvSpPr>
        <p:spPr>
          <a:xfrm>
            <a:off x="1435619" y="311016"/>
            <a:ext cx="8199994" cy="685658"/>
          </a:xfrm>
          <a:prstGeom prst="rect"/>
        </p:spPr>
        <p:txBody>
          <a:bodyPr anchor="ctr" bIns="0" lIns="0" rIns="0" rtlCol="0" tIns="8467" vert="horz" wrap="square">
            <a:spAutoFit/>
          </a:bodyPr>
          <a:p>
            <a:pPr marL="8467">
              <a:lnSpc>
                <a:spcPct val="100000"/>
              </a:lnSpc>
              <a:spcBef>
                <a:spcPts val="67"/>
              </a:spcBef>
            </a:pPr>
            <a:r>
              <a:rPr b="1" dirty="0" lang="en-US" spc="-93">
                <a:solidFill>
                  <a:srgbClr val="FF0000"/>
                </a:solidFill>
                <a:latin typeface="Times New Roman" panose="02020603050405020304" pitchFamily="18" charset="0"/>
                <a:cs typeface="Times New Roman" panose="02020603050405020304" pitchFamily="18" charset="0"/>
              </a:rPr>
              <a:t>References: </a:t>
            </a:r>
            <a:endParaRPr b="1" dirty="0" spc="-93">
              <a:solidFill>
                <a:srgbClr val="FF0000"/>
              </a:solidFill>
              <a:latin typeface="Times New Roman" panose="02020603050405020304" pitchFamily="18" charset="0"/>
              <a:cs typeface="Times New Roman" panose="02020603050405020304" pitchFamily="18" charset="0"/>
            </a:endParaRPr>
          </a:p>
        </p:txBody>
      </p:sp>
      <p:pic>
        <p:nvPicPr>
          <p:cNvPr id="2097184" name="object 3"/>
          <p:cNvPicPr>
            <a:picLocks/>
          </p:cNvPicPr>
          <p:nvPr/>
        </p:nvPicPr>
        <p:blipFill>
          <a:blip xmlns:r="http://schemas.openxmlformats.org/officeDocument/2006/relationships" r:embed="rId1" cstate="print"/>
          <a:stretch>
            <a:fillRect/>
          </a:stretch>
        </p:blipFill>
        <p:spPr>
          <a:xfrm>
            <a:off x="329040" y="101160"/>
            <a:ext cx="933449" cy="1047627"/>
          </a:xfrm>
          <a:prstGeom prst="rect"/>
        </p:spPr>
      </p:pic>
      <p:sp>
        <p:nvSpPr>
          <p:cNvPr id="1048658" name="object 4"/>
          <p:cNvSpPr/>
          <p:nvPr/>
        </p:nvSpPr>
        <p:spPr>
          <a:xfrm>
            <a:off x="0" y="0"/>
            <a:ext cx="273897" cy="6857153"/>
          </a:xfrm>
          <a:custGeom>
            <a:avLst/>
            <a:ah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bIns="0" lIns="0" rIns="0" rtlCol="0" tIns="0" wrap="square"/>
          <a:p>
            <a:endParaRPr sz="1200"/>
          </a:p>
        </p:txBody>
      </p:sp>
      <p:cxnSp>
        <p:nvCxnSpPr>
          <p:cNvPr id="3145745" name="Straight Connector 16"/>
          <p:cNvCxnSpPr>
            <a:cxnSpLocks/>
          </p:cNvCxnSpPr>
          <p:nvPr/>
        </p:nvCxnSpPr>
        <p:spPr>
          <a:xfrm>
            <a:off x="329040" y="1455174"/>
            <a:ext cx="11916000" cy="0"/>
          </a:xfrm>
          <a:prstGeom prst="line"/>
          <a:ln>
            <a:solidFill>
              <a:srgbClr val="FF0000"/>
            </a:solidFill>
          </a:ln>
        </p:spPr>
        <p:style>
          <a:lnRef idx="3">
            <a:schemeClr val="dk1"/>
          </a:lnRef>
          <a:fillRef idx="0">
            <a:schemeClr val="dk1"/>
          </a:fillRef>
          <a:effectRef idx="2">
            <a:schemeClr val="dk1"/>
          </a:effectRef>
          <a:fontRef idx="minor">
            <a:schemeClr val="tx1"/>
          </a:fontRef>
        </p:style>
      </p:cxnSp>
      <p:sp>
        <p:nvSpPr>
          <p:cNvPr id="1048659" name="TextBox 6"/>
          <p:cNvSpPr txBox="1"/>
          <p:nvPr/>
        </p:nvSpPr>
        <p:spPr>
          <a:xfrm>
            <a:off x="795764" y="1761562"/>
            <a:ext cx="10939370" cy="3647441"/>
          </a:xfrm>
          <a:prstGeom prst="rect"/>
          <a:noFill/>
        </p:spPr>
        <p:txBody>
          <a:bodyPr wrap="square">
            <a:spAutoFit/>
          </a:bodyPr>
          <a:p>
            <a:r>
              <a:rPr b="1" dirty="0" sz="2400" lang="en-US">
                <a:latin typeface="Calibri" panose="020F0502020204030204" pitchFamily="34" charset="0"/>
                <a:ea typeface="Calibri" panose="020F0502020204030204" pitchFamily="34" charset="0"/>
                <a:cs typeface="Calibri" panose="020F0502020204030204" pitchFamily="34" charset="0"/>
              </a:rPr>
              <a:t>1.   Greek for Geeks: -</a:t>
            </a:r>
          </a:p>
          <a:p>
            <a:r>
              <a:rPr b="1" dirty="0" sz="2400" lang="en-US">
                <a:latin typeface="Calibri" panose="020F0502020204030204" pitchFamily="34" charset="0"/>
                <a:ea typeface="Calibri" panose="020F0502020204030204" pitchFamily="34" charset="0"/>
                <a:cs typeface="Calibri" panose="020F0502020204030204" pitchFamily="34" charset="0"/>
                <a:hlinkClick r:id="rId2"/>
              </a:rPr>
              <a:t>https://www.geeksforgeeks.org/systemdesign/online-learning-management-system-srs/</a:t>
            </a:r>
            <a:endParaRPr b="1" dirty="0" sz="2400" lang="en-US">
              <a:latin typeface="Calibri" panose="020F0502020204030204" pitchFamily="34" charset="0"/>
              <a:ea typeface="Calibri" panose="020F0502020204030204" pitchFamily="34" charset="0"/>
              <a:cs typeface="Calibri" panose="020F0502020204030204" pitchFamily="34" charset="0"/>
            </a:endParaRPr>
          </a:p>
          <a:p>
            <a:pPr indent="-457200" marL="457200">
              <a:buFont typeface="+mj-lt"/>
              <a:buAutoNum type="arabicPeriod"/>
            </a:pPr>
            <a:endParaRPr b="1" dirty="0" sz="2400" lang="en-US">
              <a:latin typeface="Calibri" panose="020F0502020204030204" pitchFamily="34" charset="0"/>
              <a:ea typeface="Calibri" panose="020F0502020204030204" pitchFamily="34" charset="0"/>
              <a:cs typeface="Calibri" panose="020F0502020204030204" pitchFamily="34" charset="0"/>
            </a:endParaRPr>
          </a:p>
          <a:p>
            <a:r>
              <a:rPr b="1" dirty="0" sz="2400" lang="en-US">
                <a:latin typeface="Calibri" panose="020F0502020204030204" pitchFamily="34" charset="0"/>
                <a:ea typeface="Calibri" panose="020F0502020204030204" pitchFamily="34" charset="0"/>
                <a:cs typeface="Calibri" panose="020F0502020204030204" pitchFamily="34" charset="0"/>
              </a:rPr>
              <a:t>2.   IEEE</a:t>
            </a:r>
          </a:p>
          <a:p>
            <a:r>
              <a:rPr b="1" dirty="0" sz="2400" lang="en-US">
                <a:latin typeface="Calibri" panose="020F0502020204030204" pitchFamily="34" charset="0"/>
                <a:ea typeface="Calibri" panose="020F0502020204030204" pitchFamily="34" charset="0"/>
                <a:cs typeface="Calibri" panose="020F0502020204030204" pitchFamily="34" charset="0"/>
                <a:hlinkClick r:id="rId3"/>
              </a:rPr>
              <a:t>https://ieeexplore.ieee.org/document/5492522</a:t>
            </a:r>
            <a:endParaRPr b="1" dirty="0" sz="2400" lang="en-US">
              <a:latin typeface="Calibri" panose="020F0502020204030204" pitchFamily="34" charset="0"/>
              <a:ea typeface="Calibri" panose="020F0502020204030204" pitchFamily="34" charset="0"/>
              <a:cs typeface="Calibri" panose="020F0502020204030204" pitchFamily="34" charset="0"/>
            </a:endParaRPr>
          </a:p>
          <a:p>
            <a:pPr indent="-457200" marL="457200">
              <a:buFont typeface="+mj-lt"/>
              <a:buAutoNum type="arabicPeriod"/>
            </a:pPr>
            <a:endParaRPr b="1" dirty="0" sz="2400" lang="en-US">
              <a:latin typeface="Calibri" panose="020F0502020204030204" pitchFamily="34" charset="0"/>
              <a:ea typeface="Calibri" panose="020F0502020204030204" pitchFamily="34" charset="0"/>
              <a:cs typeface="Calibri" panose="020F0502020204030204" pitchFamily="34" charset="0"/>
            </a:endParaRPr>
          </a:p>
          <a:p>
            <a:r>
              <a:rPr b="1" dirty="0" sz="2400" lang="en-US">
                <a:latin typeface="Calibri" panose="020F0502020204030204" pitchFamily="34" charset="0"/>
                <a:ea typeface="Calibri" panose="020F0502020204030204" pitchFamily="34" charset="0"/>
                <a:cs typeface="Calibri" panose="020F0502020204030204" pitchFamily="34" charset="0"/>
              </a:rPr>
              <a:t>3.   E-Learning Management System UML Diagram</a:t>
            </a:r>
          </a:p>
          <a:p>
            <a:r>
              <a:rPr b="1" dirty="0" sz="2400" lang="en-US">
                <a:latin typeface="Calibri" panose="020F0502020204030204" pitchFamily="34" charset="0"/>
                <a:ea typeface="Calibri" panose="020F0502020204030204" pitchFamily="34" charset="0"/>
                <a:cs typeface="Calibri" panose="020F0502020204030204" pitchFamily="34" charset="0"/>
                <a:hlinkClick r:id="rId4"/>
              </a:rPr>
              <a:t>https://www.freeprojectz.com/uml-diagram/e-learning-management-system-uml-diagram</a:t>
            </a:r>
            <a:endParaRPr dirty="0" sz="1800" lang="en-IN">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pic>
        <p:nvPicPr>
          <p:cNvPr id="2097185" name="object 2"/>
          <p:cNvPicPr>
            <a:picLocks/>
          </p:cNvPicPr>
          <p:nvPr/>
        </p:nvPicPr>
        <p:blipFill>
          <a:blip xmlns:r="http://schemas.openxmlformats.org/officeDocument/2006/relationships" r:embed="rId1" cstate="print"/>
          <a:stretch>
            <a:fillRect/>
          </a:stretch>
        </p:blipFill>
        <p:spPr>
          <a:xfrm>
            <a:off x="329040" y="101160"/>
            <a:ext cx="933449" cy="1047627"/>
          </a:xfrm>
          <a:prstGeom prst="rect"/>
        </p:spPr>
      </p:pic>
      <p:sp>
        <p:nvSpPr>
          <p:cNvPr id="1048663" name="object 3"/>
          <p:cNvSpPr/>
          <p:nvPr/>
        </p:nvSpPr>
        <p:spPr>
          <a:xfrm>
            <a:off x="0" y="0"/>
            <a:ext cx="273897" cy="6857153"/>
          </a:xfrm>
          <a:custGeom>
            <a:avLst/>
            <a:ahLst/>
            <a:rect l="l" t="t" r="r" b="b"/>
            <a:pathLst>
              <a:path w="410845" h="10285730">
                <a:moveTo>
                  <a:pt x="410399" y="10285648"/>
                </a:moveTo>
                <a:lnTo>
                  <a:pt x="0" y="10285648"/>
                </a:lnTo>
                <a:lnTo>
                  <a:pt x="0" y="0"/>
                </a:lnTo>
                <a:lnTo>
                  <a:pt x="410399" y="0"/>
                </a:lnTo>
                <a:lnTo>
                  <a:pt x="410399" y="10285648"/>
                </a:lnTo>
                <a:close/>
              </a:path>
            </a:pathLst>
          </a:custGeom>
          <a:solidFill>
            <a:srgbClr val="FF4F4F"/>
          </a:solidFill>
        </p:spPr>
        <p:txBody>
          <a:bodyPr bIns="0" lIns="0" rIns="0" rtlCol="0" tIns="0" wrap="square"/>
          <a:p>
            <a:endParaRPr sz="1200"/>
          </a:p>
        </p:txBody>
      </p:sp>
      <p:sp>
        <p:nvSpPr>
          <p:cNvPr id="1048664" name="object 4"/>
          <p:cNvSpPr/>
          <p:nvPr/>
        </p:nvSpPr>
        <p:spPr>
          <a:xfrm>
            <a:off x="3415902" y="2986659"/>
            <a:ext cx="1844040" cy="1130723"/>
          </a:xfrm>
          <a:custGeom>
            <a:avLst/>
            <a:ahLst/>
            <a:rect l="l" t="t" r="r" b="b"/>
            <a:pathLst>
              <a:path w="2766059" h="1696085">
                <a:moveTo>
                  <a:pt x="1268907" y="376555"/>
                </a:moveTo>
                <a:lnTo>
                  <a:pt x="1226604" y="317969"/>
                </a:lnTo>
                <a:lnTo>
                  <a:pt x="1186891" y="273977"/>
                </a:lnTo>
                <a:lnTo>
                  <a:pt x="1154226" y="240474"/>
                </a:lnTo>
                <a:lnTo>
                  <a:pt x="1118666" y="210578"/>
                </a:lnTo>
                <a:lnTo>
                  <a:pt x="1087805" y="195630"/>
                </a:lnTo>
                <a:lnTo>
                  <a:pt x="1091552" y="195630"/>
                </a:lnTo>
                <a:lnTo>
                  <a:pt x="1086243" y="194881"/>
                </a:lnTo>
                <a:lnTo>
                  <a:pt x="1083830" y="193700"/>
                </a:lnTo>
                <a:lnTo>
                  <a:pt x="1069606" y="192252"/>
                </a:lnTo>
                <a:lnTo>
                  <a:pt x="1033932" y="189369"/>
                </a:lnTo>
                <a:lnTo>
                  <a:pt x="1024051" y="187921"/>
                </a:lnTo>
                <a:lnTo>
                  <a:pt x="992530" y="187769"/>
                </a:lnTo>
                <a:lnTo>
                  <a:pt x="898690" y="195630"/>
                </a:lnTo>
                <a:lnTo>
                  <a:pt x="848715" y="202476"/>
                </a:lnTo>
                <a:lnTo>
                  <a:pt x="799058" y="211201"/>
                </a:lnTo>
                <a:lnTo>
                  <a:pt x="749719" y="221424"/>
                </a:lnTo>
                <a:lnTo>
                  <a:pt x="700697" y="232778"/>
                </a:lnTo>
                <a:lnTo>
                  <a:pt x="603631" y="257340"/>
                </a:lnTo>
                <a:lnTo>
                  <a:pt x="552526" y="271284"/>
                </a:lnTo>
                <a:lnTo>
                  <a:pt x="296989" y="346062"/>
                </a:lnTo>
                <a:lnTo>
                  <a:pt x="248081" y="358508"/>
                </a:lnTo>
                <a:lnTo>
                  <a:pt x="144881" y="381254"/>
                </a:lnTo>
                <a:lnTo>
                  <a:pt x="93713" y="394347"/>
                </a:lnTo>
                <a:lnTo>
                  <a:pt x="44907" y="410425"/>
                </a:lnTo>
                <a:lnTo>
                  <a:pt x="0" y="430911"/>
                </a:lnTo>
                <a:lnTo>
                  <a:pt x="11988" y="451040"/>
                </a:lnTo>
                <a:lnTo>
                  <a:pt x="46761" y="492150"/>
                </a:lnTo>
                <a:lnTo>
                  <a:pt x="89496" y="533971"/>
                </a:lnTo>
                <a:lnTo>
                  <a:pt x="125349" y="556272"/>
                </a:lnTo>
                <a:lnTo>
                  <a:pt x="127279" y="558190"/>
                </a:lnTo>
                <a:lnTo>
                  <a:pt x="172097" y="562940"/>
                </a:lnTo>
                <a:lnTo>
                  <a:pt x="217716" y="563981"/>
                </a:lnTo>
                <a:lnTo>
                  <a:pt x="263969" y="561809"/>
                </a:lnTo>
                <a:lnTo>
                  <a:pt x="310705" y="556907"/>
                </a:lnTo>
                <a:lnTo>
                  <a:pt x="357771" y="549757"/>
                </a:lnTo>
                <a:lnTo>
                  <a:pt x="404990" y="540842"/>
                </a:lnTo>
                <a:lnTo>
                  <a:pt x="405307" y="549757"/>
                </a:lnTo>
                <a:lnTo>
                  <a:pt x="405955" y="558431"/>
                </a:lnTo>
                <a:lnTo>
                  <a:pt x="406615" y="567690"/>
                </a:lnTo>
                <a:lnTo>
                  <a:pt x="406654" y="568960"/>
                </a:lnTo>
                <a:lnTo>
                  <a:pt x="406920" y="577481"/>
                </a:lnTo>
                <a:lnTo>
                  <a:pt x="410718" y="628408"/>
                </a:lnTo>
                <a:lnTo>
                  <a:pt x="414147" y="679691"/>
                </a:lnTo>
                <a:lnTo>
                  <a:pt x="418312" y="730986"/>
                </a:lnTo>
                <a:lnTo>
                  <a:pt x="424281" y="781900"/>
                </a:lnTo>
                <a:lnTo>
                  <a:pt x="431393" y="831253"/>
                </a:lnTo>
                <a:lnTo>
                  <a:pt x="437057" y="880859"/>
                </a:lnTo>
                <a:lnTo>
                  <a:pt x="441629" y="930656"/>
                </a:lnTo>
                <a:lnTo>
                  <a:pt x="445490" y="980541"/>
                </a:lnTo>
                <a:lnTo>
                  <a:pt x="452488" y="1080223"/>
                </a:lnTo>
                <a:lnTo>
                  <a:pt x="456336" y="1129842"/>
                </a:lnTo>
                <a:lnTo>
                  <a:pt x="460921" y="1179182"/>
                </a:lnTo>
                <a:lnTo>
                  <a:pt x="465239" y="1224826"/>
                </a:lnTo>
                <a:lnTo>
                  <a:pt x="469887" y="1274445"/>
                </a:lnTo>
                <a:lnTo>
                  <a:pt x="475919" y="1326324"/>
                </a:lnTo>
                <a:lnTo>
                  <a:pt x="484378" y="1378724"/>
                </a:lnTo>
                <a:lnTo>
                  <a:pt x="496316" y="1429918"/>
                </a:lnTo>
                <a:lnTo>
                  <a:pt x="512775" y="1478178"/>
                </a:lnTo>
                <a:lnTo>
                  <a:pt x="534809" y="1521764"/>
                </a:lnTo>
                <a:lnTo>
                  <a:pt x="563460" y="1558963"/>
                </a:lnTo>
                <a:lnTo>
                  <a:pt x="599770" y="1588033"/>
                </a:lnTo>
                <a:lnTo>
                  <a:pt x="636625" y="1603324"/>
                </a:lnTo>
                <a:lnTo>
                  <a:pt x="678954" y="1608988"/>
                </a:lnTo>
                <a:lnTo>
                  <a:pt x="721550" y="1603717"/>
                </a:lnTo>
                <a:lnTo>
                  <a:pt x="759244" y="1586242"/>
                </a:lnTo>
                <a:lnTo>
                  <a:pt x="786841" y="1555242"/>
                </a:lnTo>
                <a:lnTo>
                  <a:pt x="804125" y="1513459"/>
                </a:lnTo>
                <a:lnTo>
                  <a:pt x="812152" y="1468348"/>
                </a:lnTo>
                <a:lnTo>
                  <a:pt x="812622" y="1420749"/>
                </a:lnTo>
                <a:lnTo>
                  <a:pt x="807300" y="1371485"/>
                </a:lnTo>
                <a:lnTo>
                  <a:pt x="797890" y="1321371"/>
                </a:lnTo>
                <a:lnTo>
                  <a:pt x="786130" y="1271257"/>
                </a:lnTo>
                <a:lnTo>
                  <a:pt x="773747" y="1221943"/>
                </a:lnTo>
                <a:lnTo>
                  <a:pt x="762482" y="1174254"/>
                </a:lnTo>
                <a:lnTo>
                  <a:pt x="754062" y="1129042"/>
                </a:lnTo>
                <a:lnTo>
                  <a:pt x="745858" y="1079525"/>
                </a:lnTo>
                <a:lnTo>
                  <a:pt x="738416" y="1029449"/>
                </a:lnTo>
                <a:lnTo>
                  <a:pt x="731380" y="978966"/>
                </a:lnTo>
                <a:lnTo>
                  <a:pt x="724408" y="928230"/>
                </a:lnTo>
                <a:lnTo>
                  <a:pt x="717156" y="877404"/>
                </a:lnTo>
                <a:lnTo>
                  <a:pt x="709307" y="826655"/>
                </a:lnTo>
                <a:lnTo>
                  <a:pt x="700506" y="776122"/>
                </a:lnTo>
                <a:lnTo>
                  <a:pt x="690410" y="725982"/>
                </a:lnTo>
                <a:lnTo>
                  <a:pt x="679145" y="673874"/>
                </a:lnTo>
                <a:lnTo>
                  <a:pt x="668235" y="621601"/>
                </a:lnTo>
                <a:lnTo>
                  <a:pt x="657326" y="568960"/>
                </a:lnTo>
                <a:lnTo>
                  <a:pt x="651370" y="540842"/>
                </a:lnTo>
                <a:lnTo>
                  <a:pt x="646061" y="515772"/>
                </a:lnTo>
                <a:lnTo>
                  <a:pt x="644309" y="508241"/>
                </a:lnTo>
                <a:lnTo>
                  <a:pt x="640016" y="492150"/>
                </a:lnTo>
                <a:lnTo>
                  <a:pt x="638340" y="484911"/>
                </a:lnTo>
                <a:lnTo>
                  <a:pt x="652475" y="481723"/>
                </a:lnTo>
                <a:lnTo>
                  <a:pt x="679297" y="474611"/>
                </a:lnTo>
                <a:lnTo>
                  <a:pt x="692340" y="471411"/>
                </a:lnTo>
                <a:lnTo>
                  <a:pt x="787400" y="449199"/>
                </a:lnTo>
                <a:lnTo>
                  <a:pt x="881976" y="428053"/>
                </a:lnTo>
                <a:lnTo>
                  <a:pt x="929246" y="418426"/>
                </a:lnTo>
                <a:lnTo>
                  <a:pt x="976566" y="409702"/>
                </a:lnTo>
                <a:lnTo>
                  <a:pt x="1024001" y="402107"/>
                </a:lnTo>
                <a:lnTo>
                  <a:pt x="1071626" y="395846"/>
                </a:lnTo>
                <a:lnTo>
                  <a:pt x="1119479" y="391134"/>
                </a:lnTo>
                <a:lnTo>
                  <a:pt x="1167650" y="388200"/>
                </a:lnTo>
                <a:lnTo>
                  <a:pt x="1216164" y="387248"/>
                </a:lnTo>
                <a:lnTo>
                  <a:pt x="1265123" y="388480"/>
                </a:lnTo>
                <a:lnTo>
                  <a:pt x="1265212" y="388200"/>
                </a:lnTo>
                <a:lnTo>
                  <a:pt x="1265516" y="387248"/>
                </a:lnTo>
                <a:lnTo>
                  <a:pt x="1268907" y="376555"/>
                </a:lnTo>
                <a:close/>
              </a:path>
              <a:path w="2766059" h="1696085">
                <a:moveTo>
                  <a:pt x="1581670" y="236829"/>
                </a:moveTo>
                <a:lnTo>
                  <a:pt x="1580667" y="232029"/>
                </a:lnTo>
                <a:lnTo>
                  <a:pt x="1580045" y="234111"/>
                </a:lnTo>
                <a:lnTo>
                  <a:pt x="1581391" y="245770"/>
                </a:lnTo>
                <a:lnTo>
                  <a:pt x="1581670" y="236829"/>
                </a:lnTo>
                <a:close/>
              </a:path>
              <a:path w="2766059" h="1696085">
                <a:moveTo>
                  <a:pt x="1864525" y="1512519"/>
                </a:moveTo>
                <a:lnTo>
                  <a:pt x="1854885" y="1460322"/>
                </a:lnTo>
                <a:lnTo>
                  <a:pt x="1836686" y="1404581"/>
                </a:lnTo>
                <a:lnTo>
                  <a:pt x="1814461" y="1349324"/>
                </a:lnTo>
                <a:lnTo>
                  <a:pt x="1792770" y="1298562"/>
                </a:lnTo>
                <a:lnTo>
                  <a:pt x="1776183" y="1256322"/>
                </a:lnTo>
                <a:lnTo>
                  <a:pt x="1760245" y="1206182"/>
                </a:lnTo>
                <a:lnTo>
                  <a:pt x="1745183" y="1156042"/>
                </a:lnTo>
                <a:lnTo>
                  <a:pt x="1730857" y="1105903"/>
                </a:lnTo>
                <a:lnTo>
                  <a:pt x="1717179" y="1055763"/>
                </a:lnTo>
                <a:lnTo>
                  <a:pt x="1704035" y="1005611"/>
                </a:lnTo>
                <a:lnTo>
                  <a:pt x="1691322" y="955471"/>
                </a:lnTo>
                <a:lnTo>
                  <a:pt x="1693748" y="949693"/>
                </a:lnTo>
                <a:lnTo>
                  <a:pt x="1697355" y="941070"/>
                </a:lnTo>
                <a:lnTo>
                  <a:pt x="1696148" y="927023"/>
                </a:lnTo>
                <a:lnTo>
                  <a:pt x="1689150" y="913714"/>
                </a:lnTo>
                <a:lnTo>
                  <a:pt x="1677822" y="901471"/>
                </a:lnTo>
                <a:lnTo>
                  <a:pt x="1676069" y="892492"/>
                </a:lnTo>
                <a:lnTo>
                  <a:pt x="1671853" y="873810"/>
                </a:lnTo>
                <a:lnTo>
                  <a:pt x="1670113" y="864831"/>
                </a:lnTo>
                <a:lnTo>
                  <a:pt x="1659204" y="816292"/>
                </a:lnTo>
                <a:lnTo>
                  <a:pt x="1648320" y="767562"/>
                </a:lnTo>
                <a:lnTo>
                  <a:pt x="1637665" y="718654"/>
                </a:lnTo>
                <a:lnTo>
                  <a:pt x="1627441" y="669569"/>
                </a:lnTo>
                <a:lnTo>
                  <a:pt x="1617840" y="620306"/>
                </a:lnTo>
                <a:lnTo>
                  <a:pt x="1609090" y="570852"/>
                </a:lnTo>
                <a:lnTo>
                  <a:pt x="1601368" y="521220"/>
                </a:lnTo>
                <a:lnTo>
                  <a:pt x="1590344" y="436397"/>
                </a:lnTo>
                <a:lnTo>
                  <a:pt x="1582686" y="365645"/>
                </a:lnTo>
                <a:lnTo>
                  <a:pt x="1581391" y="330631"/>
                </a:lnTo>
                <a:lnTo>
                  <a:pt x="1581391" y="272770"/>
                </a:lnTo>
                <a:lnTo>
                  <a:pt x="1582483" y="276034"/>
                </a:lnTo>
                <a:lnTo>
                  <a:pt x="1582839" y="274218"/>
                </a:lnTo>
                <a:lnTo>
                  <a:pt x="1582762" y="272770"/>
                </a:lnTo>
                <a:lnTo>
                  <a:pt x="1582483" y="267347"/>
                </a:lnTo>
                <a:lnTo>
                  <a:pt x="1581569" y="257340"/>
                </a:lnTo>
                <a:lnTo>
                  <a:pt x="1581391" y="255422"/>
                </a:lnTo>
                <a:lnTo>
                  <a:pt x="1581391" y="253492"/>
                </a:lnTo>
                <a:lnTo>
                  <a:pt x="1579473" y="251561"/>
                </a:lnTo>
                <a:lnTo>
                  <a:pt x="1579473" y="255422"/>
                </a:lnTo>
                <a:lnTo>
                  <a:pt x="1577543" y="257340"/>
                </a:lnTo>
                <a:lnTo>
                  <a:pt x="1577543" y="255422"/>
                </a:lnTo>
                <a:lnTo>
                  <a:pt x="1579473" y="255422"/>
                </a:lnTo>
                <a:lnTo>
                  <a:pt x="1579473" y="251561"/>
                </a:lnTo>
                <a:lnTo>
                  <a:pt x="1579473" y="247700"/>
                </a:lnTo>
                <a:lnTo>
                  <a:pt x="1577390" y="219011"/>
                </a:lnTo>
                <a:lnTo>
                  <a:pt x="1557045" y="196113"/>
                </a:lnTo>
                <a:lnTo>
                  <a:pt x="1527670" y="182613"/>
                </a:lnTo>
                <a:lnTo>
                  <a:pt x="1498473" y="182130"/>
                </a:lnTo>
                <a:lnTo>
                  <a:pt x="1510195" y="178092"/>
                </a:lnTo>
                <a:lnTo>
                  <a:pt x="1467612" y="184061"/>
                </a:lnTo>
                <a:lnTo>
                  <a:pt x="1423949" y="213347"/>
                </a:lnTo>
                <a:lnTo>
                  <a:pt x="1393304" y="261416"/>
                </a:lnTo>
                <a:lnTo>
                  <a:pt x="1379867" y="299046"/>
                </a:lnTo>
                <a:lnTo>
                  <a:pt x="1370761" y="338493"/>
                </a:lnTo>
                <a:lnTo>
                  <a:pt x="1363472" y="378841"/>
                </a:lnTo>
                <a:lnTo>
                  <a:pt x="1356398" y="426186"/>
                </a:lnTo>
                <a:lnTo>
                  <a:pt x="1352842" y="475284"/>
                </a:lnTo>
                <a:lnTo>
                  <a:pt x="1352334" y="525627"/>
                </a:lnTo>
                <a:lnTo>
                  <a:pt x="1354391" y="576681"/>
                </a:lnTo>
                <a:lnTo>
                  <a:pt x="1358557" y="627926"/>
                </a:lnTo>
                <a:lnTo>
                  <a:pt x="1364322" y="678840"/>
                </a:lnTo>
                <a:lnTo>
                  <a:pt x="1371244" y="728891"/>
                </a:lnTo>
                <a:lnTo>
                  <a:pt x="1378915" y="778052"/>
                </a:lnTo>
                <a:lnTo>
                  <a:pt x="1386611" y="824331"/>
                </a:lnTo>
                <a:lnTo>
                  <a:pt x="1389481" y="838796"/>
                </a:lnTo>
                <a:lnTo>
                  <a:pt x="1392161" y="853262"/>
                </a:lnTo>
                <a:lnTo>
                  <a:pt x="1394485" y="867727"/>
                </a:lnTo>
                <a:lnTo>
                  <a:pt x="1396263" y="882192"/>
                </a:lnTo>
                <a:lnTo>
                  <a:pt x="1363319" y="890054"/>
                </a:lnTo>
                <a:lnTo>
                  <a:pt x="1330921" y="898817"/>
                </a:lnTo>
                <a:lnTo>
                  <a:pt x="1178369" y="941311"/>
                </a:lnTo>
                <a:lnTo>
                  <a:pt x="1149400" y="949693"/>
                </a:lnTo>
                <a:lnTo>
                  <a:pt x="1140726" y="906602"/>
                </a:lnTo>
                <a:lnTo>
                  <a:pt x="1123365" y="821143"/>
                </a:lnTo>
                <a:lnTo>
                  <a:pt x="1114691" y="778052"/>
                </a:lnTo>
                <a:lnTo>
                  <a:pt x="1107643" y="733132"/>
                </a:lnTo>
                <a:lnTo>
                  <a:pt x="1101331" y="687209"/>
                </a:lnTo>
                <a:lnTo>
                  <a:pt x="1093724" y="641553"/>
                </a:lnTo>
                <a:lnTo>
                  <a:pt x="1082789" y="597471"/>
                </a:lnTo>
                <a:lnTo>
                  <a:pt x="1066482" y="556272"/>
                </a:lnTo>
                <a:lnTo>
                  <a:pt x="1038669" y="523455"/>
                </a:lnTo>
                <a:lnTo>
                  <a:pt x="998740" y="503478"/>
                </a:lnTo>
                <a:lnTo>
                  <a:pt x="955560" y="501218"/>
                </a:lnTo>
                <a:lnTo>
                  <a:pt x="917981" y="521550"/>
                </a:lnTo>
                <a:lnTo>
                  <a:pt x="893394" y="557149"/>
                </a:lnTo>
                <a:lnTo>
                  <a:pt x="879995" y="599401"/>
                </a:lnTo>
                <a:lnTo>
                  <a:pt x="874661" y="645274"/>
                </a:lnTo>
                <a:lnTo>
                  <a:pt x="874229" y="691692"/>
                </a:lnTo>
                <a:lnTo>
                  <a:pt x="875550" y="735622"/>
                </a:lnTo>
                <a:lnTo>
                  <a:pt x="877570" y="783564"/>
                </a:lnTo>
                <a:lnTo>
                  <a:pt x="880364" y="831494"/>
                </a:lnTo>
                <a:lnTo>
                  <a:pt x="884008" y="879436"/>
                </a:lnTo>
                <a:lnTo>
                  <a:pt x="888555" y="927366"/>
                </a:lnTo>
                <a:lnTo>
                  <a:pt x="894080" y="975309"/>
                </a:lnTo>
                <a:lnTo>
                  <a:pt x="900658" y="1023251"/>
                </a:lnTo>
                <a:lnTo>
                  <a:pt x="908342" y="1071181"/>
                </a:lnTo>
                <a:lnTo>
                  <a:pt x="916736" y="1121600"/>
                </a:lnTo>
                <a:lnTo>
                  <a:pt x="925436" y="1172019"/>
                </a:lnTo>
                <a:lnTo>
                  <a:pt x="934504" y="1222438"/>
                </a:lnTo>
                <a:lnTo>
                  <a:pt x="944003" y="1272857"/>
                </a:lnTo>
                <a:lnTo>
                  <a:pt x="954024" y="1323276"/>
                </a:lnTo>
                <a:lnTo>
                  <a:pt x="964603" y="1373695"/>
                </a:lnTo>
                <a:lnTo>
                  <a:pt x="975842" y="1424101"/>
                </a:lnTo>
                <a:lnTo>
                  <a:pt x="987323" y="1470266"/>
                </a:lnTo>
                <a:lnTo>
                  <a:pt x="1001483" y="1518246"/>
                </a:lnTo>
                <a:lnTo>
                  <a:pt x="1019708" y="1565376"/>
                </a:lnTo>
                <a:lnTo>
                  <a:pt x="1043406" y="1608963"/>
                </a:lnTo>
                <a:lnTo>
                  <a:pt x="1073962" y="1646339"/>
                </a:lnTo>
                <a:lnTo>
                  <a:pt x="1112761" y="1674812"/>
                </a:lnTo>
                <a:lnTo>
                  <a:pt x="1155153" y="1691005"/>
                </a:lnTo>
                <a:lnTo>
                  <a:pt x="1201534" y="1695983"/>
                </a:lnTo>
                <a:lnTo>
                  <a:pt x="1245235" y="1686902"/>
                </a:lnTo>
                <a:lnTo>
                  <a:pt x="1279575" y="1660867"/>
                </a:lnTo>
                <a:lnTo>
                  <a:pt x="1297901" y="1615033"/>
                </a:lnTo>
                <a:lnTo>
                  <a:pt x="1297940" y="1601343"/>
                </a:lnTo>
                <a:lnTo>
                  <a:pt x="1298054" y="1559585"/>
                </a:lnTo>
                <a:lnTo>
                  <a:pt x="1287538" y="1505585"/>
                </a:lnTo>
                <a:lnTo>
                  <a:pt x="1271600" y="1452308"/>
                </a:lnTo>
                <a:lnTo>
                  <a:pt x="1255471" y="1399032"/>
                </a:lnTo>
                <a:lnTo>
                  <a:pt x="1242441" y="1353553"/>
                </a:lnTo>
                <a:lnTo>
                  <a:pt x="1230261" y="1307757"/>
                </a:lnTo>
                <a:lnTo>
                  <a:pt x="1218831" y="1261630"/>
                </a:lnTo>
                <a:lnTo>
                  <a:pt x="1208049" y="1215186"/>
                </a:lnTo>
                <a:lnTo>
                  <a:pt x="1197800" y="1168412"/>
                </a:lnTo>
                <a:lnTo>
                  <a:pt x="1187970" y="1121333"/>
                </a:lnTo>
                <a:lnTo>
                  <a:pt x="1225194" y="1114945"/>
                </a:lnTo>
                <a:lnTo>
                  <a:pt x="1296720" y="1100721"/>
                </a:lnTo>
                <a:lnTo>
                  <a:pt x="1330693" y="1094333"/>
                </a:lnTo>
                <a:lnTo>
                  <a:pt x="1410144" y="1080503"/>
                </a:lnTo>
                <a:lnTo>
                  <a:pt x="1438681" y="1075042"/>
                </a:lnTo>
                <a:lnTo>
                  <a:pt x="1450581" y="1125969"/>
                </a:lnTo>
                <a:lnTo>
                  <a:pt x="1463027" y="1177251"/>
                </a:lnTo>
                <a:lnTo>
                  <a:pt x="1475841" y="1228547"/>
                </a:lnTo>
                <a:lnTo>
                  <a:pt x="1488821" y="1279461"/>
                </a:lnTo>
                <a:lnTo>
                  <a:pt x="1499374" y="1320406"/>
                </a:lnTo>
                <a:lnTo>
                  <a:pt x="1510880" y="1364983"/>
                </a:lnTo>
                <a:lnTo>
                  <a:pt x="1524038" y="1411541"/>
                </a:lnTo>
                <a:lnTo>
                  <a:pt x="1539532" y="1458429"/>
                </a:lnTo>
                <a:lnTo>
                  <a:pt x="1558048" y="1503997"/>
                </a:lnTo>
                <a:lnTo>
                  <a:pt x="1580248" y="1546606"/>
                </a:lnTo>
                <a:lnTo>
                  <a:pt x="1606842" y="1584591"/>
                </a:lnTo>
                <a:lnTo>
                  <a:pt x="1638490" y="1616303"/>
                </a:lnTo>
                <a:lnTo>
                  <a:pt x="1675892" y="1640103"/>
                </a:lnTo>
                <a:lnTo>
                  <a:pt x="1723847" y="1654251"/>
                </a:lnTo>
                <a:lnTo>
                  <a:pt x="1768830" y="1651457"/>
                </a:lnTo>
                <a:lnTo>
                  <a:pt x="1808365" y="1633296"/>
                </a:lnTo>
                <a:lnTo>
                  <a:pt x="1839925" y="1601343"/>
                </a:lnTo>
                <a:lnTo>
                  <a:pt x="1861032" y="1557172"/>
                </a:lnTo>
                <a:lnTo>
                  <a:pt x="1864525" y="1512519"/>
                </a:lnTo>
                <a:close/>
              </a:path>
              <a:path w="2766059" h="1696085">
                <a:moveTo>
                  <a:pt x="2765729" y="1227035"/>
                </a:moveTo>
                <a:lnTo>
                  <a:pt x="2764142" y="1172667"/>
                </a:lnTo>
                <a:lnTo>
                  <a:pt x="2759684" y="1118031"/>
                </a:lnTo>
                <a:lnTo>
                  <a:pt x="2755874" y="1063472"/>
                </a:lnTo>
                <a:lnTo>
                  <a:pt x="2754045" y="1013091"/>
                </a:lnTo>
                <a:lnTo>
                  <a:pt x="2752496" y="964692"/>
                </a:lnTo>
                <a:lnTo>
                  <a:pt x="2749588" y="866762"/>
                </a:lnTo>
                <a:lnTo>
                  <a:pt x="2748013" y="817587"/>
                </a:lnTo>
                <a:lnTo>
                  <a:pt x="2746222" y="768400"/>
                </a:lnTo>
                <a:lnTo>
                  <a:pt x="2743454" y="715619"/>
                </a:lnTo>
                <a:lnTo>
                  <a:pt x="2739631" y="662851"/>
                </a:lnTo>
                <a:lnTo>
                  <a:pt x="2736494" y="627621"/>
                </a:lnTo>
                <a:lnTo>
                  <a:pt x="2734894" y="609650"/>
                </a:lnTo>
                <a:lnTo>
                  <a:pt x="2729598" y="557479"/>
                </a:lnTo>
                <a:lnTo>
                  <a:pt x="2723794" y="504913"/>
                </a:lnTo>
                <a:lnTo>
                  <a:pt x="2718092" y="455358"/>
                </a:lnTo>
                <a:lnTo>
                  <a:pt x="2711666" y="400138"/>
                </a:lnTo>
                <a:lnTo>
                  <a:pt x="2705709" y="347802"/>
                </a:lnTo>
                <a:lnTo>
                  <a:pt x="2699715" y="299542"/>
                </a:lnTo>
                <a:lnTo>
                  <a:pt x="2692298" y="249707"/>
                </a:lnTo>
                <a:lnTo>
                  <a:pt x="2682100" y="199974"/>
                </a:lnTo>
                <a:lnTo>
                  <a:pt x="2667736" y="151853"/>
                </a:lnTo>
                <a:lnTo>
                  <a:pt x="2647785" y="106832"/>
                </a:lnTo>
                <a:lnTo>
                  <a:pt x="2620873" y="66421"/>
                </a:lnTo>
                <a:lnTo>
                  <a:pt x="2582329" y="32054"/>
                </a:lnTo>
                <a:lnTo>
                  <a:pt x="2537523" y="10706"/>
                </a:lnTo>
                <a:lnTo>
                  <a:pt x="2488527" y="609"/>
                </a:lnTo>
                <a:lnTo>
                  <a:pt x="2462733" y="304"/>
                </a:lnTo>
                <a:lnTo>
                  <a:pt x="2462733" y="627621"/>
                </a:lnTo>
                <a:lnTo>
                  <a:pt x="2413190" y="625970"/>
                </a:lnTo>
                <a:lnTo>
                  <a:pt x="2362936" y="628827"/>
                </a:lnTo>
                <a:lnTo>
                  <a:pt x="2311946" y="634949"/>
                </a:lnTo>
                <a:lnTo>
                  <a:pt x="2260244" y="643051"/>
                </a:lnTo>
                <a:lnTo>
                  <a:pt x="2202205" y="653351"/>
                </a:lnTo>
                <a:lnTo>
                  <a:pt x="2183092" y="656551"/>
                </a:lnTo>
                <a:lnTo>
                  <a:pt x="2194877" y="609650"/>
                </a:lnTo>
                <a:lnTo>
                  <a:pt x="2208199" y="562737"/>
                </a:lnTo>
                <a:lnTo>
                  <a:pt x="2223160" y="516115"/>
                </a:lnTo>
                <a:lnTo>
                  <a:pt x="2239861" y="470077"/>
                </a:lnTo>
                <a:lnTo>
                  <a:pt x="2258428" y="424891"/>
                </a:lnTo>
                <a:lnTo>
                  <a:pt x="2278938" y="380847"/>
                </a:lnTo>
                <a:lnTo>
                  <a:pt x="2301519" y="338251"/>
                </a:lnTo>
                <a:lnTo>
                  <a:pt x="2326259" y="297370"/>
                </a:lnTo>
                <a:lnTo>
                  <a:pt x="2353272" y="258495"/>
                </a:lnTo>
                <a:lnTo>
                  <a:pt x="2382659" y="221919"/>
                </a:lnTo>
                <a:lnTo>
                  <a:pt x="2414524" y="187921"/>
                </a:lnTo>
                <a:lnTo>
                  <a:pt x="2416454" y="187921"/>
                </a:lnTo>
                <a:lnTo>
                  <a:pt x="2416454" y="185991"/>
                </a:lnTo>
                <a:lnTo>
                  <a:pt x="2420162" y="200393"/>
                </a:lnTo>
                <a:lnTo>
                  <a:pt x="2422956" y="214439"/>
                </a:lnTo>
                <a:lnTo>
                  <a:pt x="2425395" y="227749"/>
                </a:lnTo>
                <a:lnTo>
                  <a:pt x="2428024" y="239991"/>
                </a:lnTo>
                <a:lnTo>
                  <a:pt x="2436939" y="293611"/>
                </a:lnTo>
                <a:lnTo>
                  <a:pt x="2443378" y="347992"/>
                </a:lnTo>
                <a:lnTo>
                  <a:pt x="2448014" y="402170"/>
                </a:lnTo>
                <a:lnTo>
                  <a:pt x="2451658" y="456349"/>
                </a:lnTo>
                <a:lnTo>
                  <a:pt x="2455024" y="509981"/>
                </a:lnTo>
                <a:lnTo>
                  <a:pt x="2457577" y="539216"/>
                </a:lnTo>
                <a:lnTo>
                  <a:pt x="2459596" y="568807"/>
                </a:lnTo>
                <a:lnTo>
                  <a:pt x="2461260" y="598398"/>
                </a:lnTo>
                <a:lnTo>
                  <a:pt x="2462733" y="627621"/>
                </a:lnTo>
                <a:lnTo>
                  <a:pt x="2462733" y="304"/>
                </a:lnTo>
                <a:lnTo>
                  <a:pt x="2386368" y="7086"/>
                </a:lnTo>
                <a:lnTo>
                  <a:pt x="2337384" y="20142"/>
                </a:lnTo>
                <a:lnTo>
                  <a:pt x="2294242" y="37134"/>
                </a:lnTo>
                <a:lnTo>
                  <a:pt x="2253932" y="59220"/>
                </a:lnTo>
                <a:lnTo>
                  <a:pt x="2216366" y="85915"/>
                </a:lnTo>
                <a:lnTo>
                  <a:pt x="2181428" y="116763"/>
                </a:lnTo>
                <a:lnTo>
                  <a:pt x="2149043" y="151257"/>
                </a:lnTo>
                <a:lnTo>
                  <a:pt x="2119096" y="188950"/>
                </a:lnTo>
                <a:lnTo>
                  <a:pt x="2091524" y="229349"/>
                </a:lnTo>
                <a:lnTo>
                  <a:pt x="2066201" y="271983"/>
                </a:lnTo>
                <a:lnTo>
                  <a:pt x="2043061" y="316369"/>
                </a:lnTo>
                <a:lnTo>
                  <a:pt x="2021992" y="362051"/>
                </a:lnTo>
                <a:lnTo>
                  <a:pt x="2002904" y="408533"/>
                </a:lnTo>
                <a:lnTo>
                  <a:pt x="1985695" y="455358"/>
                </a:lnTo>
                <a:lnTo>
                  <a:pt x="1970278" y="502031"/>
                </a:lnTo>
                <a:lnTo>
                  <a:pt x="1956574" y="548081"/>
                </a:lnTo>
                <a:lnTo>
                  <a:pt x="1944458" y="593039"/>
                </a:lnTo>
                <a:lnTo>
                  <a:pt x="1933854" y="636422"/>
                </a:lnTo>
                <a:lnTo>
                  <a:pt x="1924672" y="677760"/>
                </a:lnTo>
                <a:lnTo>
                  <a:pt x="1915096" y="724941"/>
                </a:lnTo>
                <a:lnTo>
                  <a:pt x="1906651" y="772439"/>
                </a:lnTo>
                <a:lnTo>
                  <a:pt x="1899386" y="820216"/>
                </a:lnTo>
                <a:lnTo>
                  <a:pt x="1893341" y="868210"/>
                </a:lnTo>
                <a:lnTo>
                  <a:pt x="1888553" y="916381"/>
                </a:lnTo>
                <a:lnTo>
                  <a:pt x="1885061" y="965111"/>
                </a:lnTo>
                <a:lnTo>
                  <a:pt x="1882965" y="1013091"/>
                </a:lnTo>
                <a:lnTo>
                  <a:pt x="1881759" y="1094333"/>
                </a:lnTo>
                <a:lnTo>
                  <a:pt x="1881644" y="1146568"/>
                </a:lnTo>
                <a:lnTo>
                  <a:pt x="1884984" y="1190078"/>
                </a:lnTo>
                <a:lnTo>
                  <a:pt x="1894395" y="1230236"/>
                </a:lnTo>
                <a:lnTo>
                  <a:pt x="1912607" y="1264069"/>
                </a:lnTo>
                <a:lnTo>
                  <a:pt x="1942363" y="1288542"/>
                </a:lnTo>
                <a:lnTo>
                  <a:pt x="1986381" y="1300683"/>
                </a:lnTo>
                <a:lnTo>
                  <a:pt x="2007514" y="1300835"/>
                </a:lnTo>
                <a:lnTo>
                  <a:pt x="2032431" y="1297546"/>
                </a:lnTo>
                <a:lnTo>
                  <a:pt x="2071243" y="1275613"/>
                </a:lnTo>
                <a:lnTo>
                  <a:pt x="2095322" y="1236980"/>
                </a:lnTo>
                <a:lnTo>
                  <a:pt x="2107641" y="1189304"/>
                </a:lnTo>
                <a:lnTo>
                  <a:pt x="2113826" y="1139469"/>
                </a:lnTo>
                <a:lnTo>
                  <a:pt x="2119452" y="1094333"/>
                </a:lnTo>
                <a:lnTo>
                  <a:pt x="2126551" y="1047610"/>
                </a:lnTo>
                <a:lnTo>
                  <a:pt x="2131237" y="1000264"/>
                </a:lnTo>
                <a:lnTo>
                  <a:pt x="2134641" y="952576"/>
                </a:lnTo>
                <a:lnTo>
                  <a:pt x="2137880" y="904900"/>
                </a:lnTo>
                <a:lnTo>
                  <a:pt x="2142083" y="857542"/>
                </a:lnTo>
                <a:lnTo>
                  <a:pt x="2148382" y="810831"/>
                </a:lnTo>
                <a:lnTo>
                  <a:pt x="2148382" y="806970"/>
                </a:lnTo>
                <a:lnTo>
                  <a:pt x="2150313" y="805053"/>
                </a:lnTo>
                <a:lnTo>
                  <a:pt x="2192566" y="809663"/>
                </a:lnTo>
                <a:lnTo>
                  <a:pt x="2235174" y="810107"/>
                </a:lnTo>
                <a:lnTo>
                  <a:pt x="2277783" y="808037"/>
                </a:lnTo>
                <a:lnTo>
                  <a:pt x="2320023" y="805053"/>
                </a:lnTo>
                <a:lnTo>
                  <a:pt x="2349220" y="804481"/>
                </a:lnTo>
                <a:lnTo>
                  <a:pt x="2382507" y="804773"/>
                </a:lnTo>
                <a:lnTo>
                  <a:pt x="2427147" y="804773"/>
                </a:lnTo>
                <a:lnTo>
                  <a:pt x="2435021" y="804481"/>
                </a:lnTo>
                <a:lnTo>
                  <a:pt x="2470454" y="803122"/>
                </a:lnTo>
                <a:lnTo>
                  <a:pt x="2470531" y="805053"/>
                </a:lnTo>
                <a:lnTo>
                  <a:pt x="2470620" y="806970"/>
                </a:lnTo>
                <a:lnTo>
                  <a:pt x="2470734" y="809663"/>
                </a:lnTo>
                <a:lnTo>
                  <a:pt x="2470785" y="810831"/>
                </a:lnTo>
                <a:lnTo>
                  <a:pt x="2471559" y="829157"/>
                </a:lnTo>
                <a:lnTo>
                  <a:pt x="2472131" y="855192"/>
                </a:lnTo>
                <a:lnTo>
                  <a:pt x="2472245" y="916381"/>
                </a:lnTo>
                <a:lnTo>
                  <a:pt x="2471712" y="954074"/>
                </a:lnTo>
                <a:lnTo>
                  <a:pt x="2470429" y="1003820"/>
                </a:lnTo>
                <a:lnTo>
                  <a:pt x="2469781" y="1047610"/>
                </a:lnTo>
                <a:lnTo>
                  <a:pt x="2470518" y="1107744"/>
                </a:lnTo>
                <a:lnTo>
                  <a:pt x="2474099" y="1159764"/>
                </a:lnTo>
                <a:lnTo>
                  <a:pt x="2481516" y="1210398"/>
                </a:lnTo>
                <a:lnTo>
                  <a:pt x="2493899" y="1258544"/>
                </a:lnTo>
                <a:lnTo>
                  <a:pt x="2512339" y="1303147"/>
                </a:lnTo>
                <a:lnTo>
                  <a:pt x="2537942" y="1343113"/>
                </a:lnTo>
                <a:lnTo>
                  <a:pt x="2603512" y="1380464"/>
                </a:lnTo>
                <a:lnTo>
                  <a:pt x="2646426" y="1386014"/>
                </a:lnTo>
                <a:lnTo>
                  <a:pt x="2688374" y="1380959"/>
                </a:lnTo>
                <a:lnTo>
                  <a:pt x="2723565" y="1363916"/>
                </a:lnTo>
                <a:lnTo>
                  <a:pt x="2746235" y="1333461"/>
                </a:lnTo>
                <a:lnTo>
                  <a:pt x="2760929" y="1280756"/>
                </a:lnTo>
                <a:lnTo>
                  <a:pt x="2765729" y="1227035"/>
                </a:lnTo>
                <a:close/>
              </a:path>
            </a:pathLst>
          </a:custGeom>
          <a:solidFill>
            <a:srgbClr val="FF4F4F"/>
          </a:solidFill>
        </p:spPr>
        <p:txBody>
          <a:bodyPr bIns="0" lIns="0" rIns="0" rtlCol="0" tIns="0" wrap="square"/>
          <a:p>
            <a:endParaRPr dirty="0" sz="1200">
              <a:latin typeface="Calibri" panose="020F0502020204030204" pitchFamily="34" charset="0"/>
              <a:ea typeface="Calibri" panose="020F0502020204030204" pitchFamily="34" charset="0"/>
              <a:cs typeface="Calibri" panose="020F0502020204030204" pitchFamily="34" charset="0"/>
            </a:endParaRPr>
          </a:p>
        </p:txBody>
      </p:sp>
      <p:sp>
        <p:nvSpPr>
          <p:cNvPr id="1048665" name="object 5"/>
          <p:cNvSpPr/>
          <p:nvPr/>
        </p:nvSpPr>
        <p:spPr>
          <a:xfrm>
            <a:off x="5300526" y="3036721"/>
            <a:ext cx="559646" cy="941070"/>
          </a:xfrm>
          <a:custGeom>
            <a:avLst/>
            <a:ahLst/>
            <a:rect l="l" t="t" r="r" b="b"/>
            <a:pathLst>
              <a:path w="839470" h="1411604">
                <a:moveTo>
                  <a:pt x="752665" y="1411443"/>
                </a:moveTo>
                <a:lnTo>
                  <a:pt x="682997" y="1393363"/>
                </a:lnTo>
                <a:lnTo>
                  <a:pt x="648916" y="1356120"/>
                </a:lnTo>
                <a:lnTo>
                  <a:pt x="624185" y="1316191"/>
                </a:lnTo>
                <a:lnTo>
                  <a:pt x="607044" y="1273671"/>
                </a:lnTo>
                <a:lnTo>
                  <a:pt x="595735" y="1228651"/>
                </a:lnTo>
                <a:lnTo>
                  <a:pt x="588499" y="1181225"/>
                </a:lnTo>
                <a:lnTo>
                  <a:pt x="572950" y="1156727"/>
                </a:lnTo>
                <a:lnTo>
                  <a:pt x="530643" y="1088655"/>
                </a:lnTo>
                <a:lnTo>
                  <a:pt x="431822" y="926659"/>
                </a:lnTo>
                <a:lnTo>
                  <a:pt x="359004" y="805161"/>
                </a:lnTo>
                <a:lnTo>
                  <a:pt x="274932" y="669833"/>
                </a:lnTo>
                <a:lnTo>
                  <a:pt x="247149" y="623879"/>
                </a:lnTo>
                <a:lnTo>
                  <a:pt x="252489" y="674021"/>
                </a:lnTo>
                <a:lnTo>
                  <a:pt x="257078" y="724163"/>
                </a:lnTo>
                <a:lnTo>
                  <a:pt x="261131" y="774305"/>
                </a:lnTo>
                <a:lnTo>
                  <a:pt x="272220" y="924730"/>
                </a:lnTo>
                <a:lnTo>
                  <a:pt x="275725" y="962884"/>
                </a:lnTo>
                <a:lnTo>
                  <a:pt x="284876" y="1046370"/>
                </a:lnTo>
                <a:lnTo>
                  <a:pt x="288618" y="1089848"/>
                </a:lnTo>
                <a:lnTo>
                  <a:pt x="290531" y="1133248"/>
                </a:lnTo>
                <a:lnTo>
                  <a:pt x="289664" y="1175641"/>
                </a:lnTo>
                <a:lnTo>
                  <a:pt x="285063" y="1216102"/>
                </a:lnTo>
                <a:lnTo>
                  <a:pt x="275774" y="1253703"/>
                </a:lnTo>
                <a:lnTo>
                  <a:pt x="239320" y="1316616"/>
                </a:lnTo>
                <a:lnTo>
                  <a:pt x="172678" y="1356967"/>
                </a:lnTo>
                <a:lnTo>
                  <a:pt x="125652" y="1366364"/>
                </a:lnTo>
                <a:lnTo>
                  <a:pt x="69863" y="1364651"/>
                </a:lnTo>
                <a:lnTo>
                  <a:pt x="33885" y="1347110"/>
                </a:lnTo>
                <a:lnTo>
                  <a:pt x="13458" y="1315960"/>
                </a:lnTo>
                <a:lnTo>
                  <a:pt x="4324" y="1273424"/>
                </a:lnTo>
                <a:lnTo>
                  <a:pt x="2226" y="1221724"/>
                </a:lnTo>
                <a:lnTo>
                  <a:pt x="2949" y="1069370"/>
                </a:lnTo>
                <a:lnTo>
                  <a:pt x="2896" y="967979"/>
                </a:lnTo>
                <a:lnTo>
                  <a:pt x="708" y="809524"/>
                </a:lnTo>
                <a:lnTo>
                  <a:pt x="0" y="701763"/>
                </a:lnTo>
                <a:lnTo>
                  <a:pt x="202" y="647696"/>
                </a:lnTo>
                <a:lnTo>
                  <a:pt x="910" y="593461"/>
                </a:lnTo>
                <a:lnTo>
                  <a:pt x="4869" y="440240"/>
                </a:lnTo>
                <a:lnTo>
                  <a:pt x="7529" y="389322"/>
                </a:lnTo>
                <a:lnTo>
                  <a:pt x="13083" y="338885"/>
                </a:lnTo>
                <a:lnTo>
                  <a:pt x="23029" y="290056"/>
                </a:lnTo>
                <a:lnTo>
                  <a:pt x="38868" y="243959"/>
                </a:lnTo>
                <a:lnTo>
                  <a:pt x="62010" y="220816"/>
                </a:lnTo>
                <a:lnTo>
                  <a:pt x="71020" y="208311"/>
                </a:lnTo>
                <a:lnTo>
                  <a:pt x="83465" y="200326"/>
                </a:lnTo>
                <a:lnTo>
                  <a:pt x="99165" y="197764"/>
                </a:lnTo>
                <a:lnTo>
                  <a:pt x="117938" y="201531"/>
                </a:lnTo>
                <a:lnTo>
                  <a:pt x="139031" y="200205"/>
                </a:lnTo>
                <a:lnTo>
                  <a:pt x="183508" y="220816"/>
                </a:lnTo>
                <a:lnTo>
                  <a:pt x="198936" y="255530"/>
                </a:lnTo>
                <a:lnTo>
                  <a:pt x="236633" y="290423"/>
                </a:lnTo>
                <a:lnTo>
                  <a:pt x="272328" y="328706"/>
                </a:lnTo>
                <a:lnTo>
                  <a:pt x="306218" y="369720"/>
                </a:lnTo>
                <a:lnTo>
                  <a:pt x="338500" y="412805"/>
                </a:lnTo>
                <a:lnTo>
                  <a:pt x="369370" y="457302"/>
                </a:lnTo>
                <a:lnTo>
                  <a:pt x="399025" y="502552"/>
                </a:lnTo>
                <a:lnTo>
                  <a:pt x="427662" y="547893"/>
                </a:lnTo>
                <a:lnTo>
                  <a:pt x="482667" y="636216"/>
                </a:lnTo>
                <a:lnTo>
                  <a:pt x="509429" y="677878"/>
                </a:lnTo>
                <a:lnTo>
                  <a:pt x="567285" y="764662"/>
                </a:lnTo>
                <a:lnTo>
                  <a:pt x="567632" y="700697"/>
                </a:lnTo>
                <a:lnTo>
                  <a:pt x="568611" y="652024"/>
                </a:lnTo>
                <a:lnTo>
                  <a:pt x="570133" y="603261"/>
                </a:lnTo>
                <a:lnTo>
                  <a:pt x="572107" y="554452"/>
                </a:lnTo>
                <a:lnTo>
                  <a:pt x="577049" y="456881"/>
                </a:lnTo>
                <a:lnTo>
                  <a:pt x="589428" y="252316"/>
                </a:lnTo>
                <a:lnTo>
                  <a:pt x="593803" y="199120"/>
                </a:lnTo>
                <a:lnTo>
                  <a:pt x="600428" y="146246"/>
                </a:lnTo>
                <a:lnTo>
                  <a:pt x="610481" y="93694"/>
                </a:lnTo>
                <a:lnTo>
                  <a:pt x="625141" y="41463"/>
                </a:lnTo>
                <a:lnTo>
                  <a:pt x="651990" y="3194"/>
                </a:lnTo>
                <a:lnTo>
                  <a:pt x="688060" y="0"/>
                </a:lnTo>
                <a:lnTo>
                  <a:pt x="723045" y="21394"/>
                </a:lnTo>
                <a:lnTo>
                  <a:pt x="746639" y="56891"/>
                </a:lnTo>
                <a:lnTo>
                  <a:pt x="748567" y="56891"/>
                </a:lnTo>
                <a:lnTo>
                  <a:pt x="748567" y="60748"/>
                </a:lnTo>
                <a:lnTo>
                  <a:pt x="761323" y="109846"/>
                </a:lnTo>
                <a:lnTo>
                  <a:pt x="771324" y="160008"/>
                </a:lnTo>
                <a:lnTo>
                  <a:pt x="778896" y="211066"/>
                </a:lnTo>
                <a:lnTo>
                  <a:pt x="784368" y="262850"/>
                </a:lnTo>
                <a:lnTo>
                  <a:pt x="788064" y="315192"/>
                </a:lnTo>
                <a:lnTo>
                  <a:pt x="790312" y="367925"/>
                </a:lnTo>
                <a:lnTo>
                  <a:pt x="791439" y="420878"/>
                </a:lnTo>
                <a:lnTo>
                  <a:pt x="791770" y="473884"/>
                </a:lnTo>
                <a:lnTo>
                  <a:pt x="791256" y="631533"/>
                </a:lnTo>
                <a:lnTo>
                  <a:pt x="791671" y="683064"/>
                </a:lnTo>
                <a:lnTo>
                  <a:pt x="792924" y="733806"/>
                </a:lnTo>
                <a:lnTo>
                  <a:pt x="796500" y="833460"/>
                </a:lnTo>
                <a:lnTo>
                  <a:pt x="798794" y="883641"/>
                </a:lnTo>
                <a:lnTo>
                  <a:pt x="801695" y="934058"/>
                </a:lnTo>
                <a:lnTo>
                  <a:pt x="805406" y="984712"/>
                </a:lnTo>
                <a:lnTo>
                  <a:pt x="810129" y="1035601"/>
                </a:lnTo>
                <a:lnTo>
                  <a:pt x="816066" y="1086727"/>
                </a:lnTo>
                <a:lnTo>
                  <a:pt x="823414" y="1135048"/>
                </a:lnTo>
                <a:lnTo>
                  <a:pt x="831780" y="1183368"/>
                </a:lnTo>
                <a:lnTo>
                  <a:pt x="838003" y="1231367"/>
                </a:lnTo>
                <a:lnTo>
                  <a:pt x="838923" y="1278723"/>
                </a:lnTo>
                <a:lnTo>
                  <a:pt x="831378" y="1325115"/>
                </a:lnTo>
                <a:lnTo>
                  <a:pt x="812209" y="1370221"/>
                </a:lnTo>
                <a:lnTo>
                  <a:pt x="786867" y="1397431"/>
                </a:lnTo>
                <a:lnTo>
                  <a:pt x="752665" y="1411443"/>
                </a:lnTo>
                <a:close/>
              </a:path>
            </a:pathLst>
          </a:custGeom>
          <a:solidFill>
            <a:srgbClr val="FF4F4F"/>
          </a:solidFill>
        </p:spPr>
        <p:txBody>
          <a:bodyPr bIns="0" lIns="0" rIns="0" rtlCol="0" tIns="0" wrap="square"/>
          <a:p>
            <a:endParaRPr sz="1200"/>
          </a:p>
        </p:txBody>
      </p:sp>
      <p:sp>
        <p:nvSpPr>
          <p:cNvPr id="1048666" name="object 6"/>
          <p:cNvSpPr/>
          <p:nvPr/>
        </p:nvSpPr>
        <p:spPr>
          <a:xfrm>
            <a:off x="5954259" y="2939372"/>
            <a:ext cx="1574800" cy="1083733"/>
          </a:xfrm>
          <a:custGeom>
            <a:avLst/>
            <a:ahLst/>
            <a:rect l="l" t="t" r="r" b="b"/>
            <a:pathLst>
              <a:path w="2362200" h="1625600">
                <a:moveTo>
                  <a:pt x="975791" y="1363675"/>
                </a:moveTo>
                <a:lnTo>
                  <a:pt x="965733" y="1298448"/>
                </a:lnTo>
                <a:lnTo>
                  <a:pt x="947369" y="1264932"/>
                </a:lnTo>
                <a:lnTo>
                  <a:pt x="919289" y="1232750"/>
                </a:lnTo>
                <a:lnTo>
                  <a:pt x="885304" y="1200175"/>
                </a:lnTo>
                <a:lnTo>
                  <a:pt x="851890" y="1165923"/>
                </a:lnTo>
                <a:lnTo>
                  <a:pt x="818908" y="1130300"/>
                </a:lnTo>
                <a:lnTo>
                  <a:pt x="786206" y="1093635"/>
                </a:lnTo>
                <a:lnTo>
                  <a:pt x="688403" y="980643"/>
                </a:lnTo>
                <a:lnTo>
                  <a:pt x="655421" y="943051"/>
                </a:lnTo>
                <a:lnTo>
                  <a:pt x="622007" y="906030"/>
                </a:lnTo>
                <a:lnTo>
                  <a:pt x="588010" y="869911"/>
                </a:lnTo>
                <a:lnTo>
                  <a:pt x="553300" y="834999"/>
                </a:lnTo>
                <a:lnTo>
                  <a:pt x="517728" y="801624"/>
                </a:lnTo>
                <a:lnTo>
                  <a:pt x="481139" y="770128"/>
                </a:lnTo>
                <a:lnTo>
                  <a:pt x="443407" y="740803"/>
                </a:lnTo>
                <a:lnTo>
                  <a:pt x="404380" y="713981"/>
                </a:lnTo>
                <a:lnTo>
                  <a:pt x="442379" y="680897"/>
                </a:lnTo>
                <a:lnTo>
                  <a:pt x="479831" y="647484"/>
                </a:lnTo>
                <a:lnTo>
                  <a:pt x="516737" y="613689"/>
                </a:lnTo>
                <a:lnTo>
                  <a:pt x="553085" y="579437"/>
                </a:lnTo>
                <a:lnTo>
                  <a:pt x="588899" y="544690"/>
                </a:lnTo>
                <a:lnTo>
                  <a:pt x="624154" y="509371"/>
                </a:lnTo>
                <a:lnTo>
                  <a:pt x="658876" y="473430"/>
                </a:lnTo>
                <a:lnTo>
                  <a:pt x="693039" y="436803"/>
                </a:lnTo>
                <a:lnTo>
                  <a:pt x="726655" y="399453"/>
                </a:lnTo>
                <a:lnTo>
                  <a:pt x="759726" y="361302"/>
                </a:lnTo>
                <a:lnTo>
                  <a:pt x="792251" y="322287"/>
                </a:lnTo>
                <a:lnTo>
                  <a:pt x="824230" y="282371"/>
                </a:lnTo>
                <a:lnTo>
                  <a:pt x="855649" y="241490"/>
                </a:lnTo>
                <a:lnTo>
                  <a:pt x="864311" y="207784"/>
                </a:lnTo>
                <a:lnTo>
                  <a:pt x="849909" y="172681"/>
                </a:lnTo>
                <a:lnTo>
                  <a:pt x="821359" y="144983"/>
                </a:lnTo>
                <a:lnTo>
                  <a:pt x="787527" y="133489"/>
                </a:lnTo>
                <a:lnTo>
                  <a:pt x="757301" y="146989"/>
                </a:lnTo>
                <a:lnTo>
                  <a:pt x="724611" y="183375"/>
                </a:lnTo>
                <a:lnTo>
                  <a:pt x="690321" y="218325"/>
                </a:lnTo>
                <a:lnTo>
                  <a:pt x="654545" y="251942"/>
                </a:lnTo>
                <a:lnTo>
                  <a:pt x="617448" y="284353"/>
                </a:lnTo>
                <a:lnTo>
                  <a:pt x="579170" y="315620"/>
                </a:lnTo>
                <a:lnTo>
                  <a:pt x="539851" y="345871"/>
                </a:lnTo>
                <a:lnTo>
                  <a:pt x="499656" y="375196"/>
                </a:lnTo>
                <a:lnTo>
                  <a:pt x="458736" y="403707"/>
                </a:lnTo>
                <a:lnTo>
                  <a:pt x="417207" y="431482"/>
                </a:lnTo>
                <a:lnTo>
                  <a:pt x="375246" y="458635"/>
                </a:lnTo>
                <a:lnTo>
                  <a:pt x="332994" y="485267"/>
                </a:lnTo>
                <a:lnTo>
                  <a:pt x="290588" y="511479"/>
                </a:lnTo>
                <a:lnTo>
                  <a:pt x="300088" y="342798"/>
                </a:lnTo>
                <a:lnTo>
                  <a:pt x="302488" y="291033"/>
                </a:lnTo>
                <a:lnTo>
                  <a:pt x="303364" y="238594"/>
                </a:lnTo>
                <a:lnTo>
                  <a:pt x="301815" y="186524"/>
                </a:lnTo>
                <a:lnTo>
                  <a:pt x="296887" y="135839"/>
                </a:lnTo>
                <a:lnTo>
                  <a:pt x="287667" y="87604"/>
                </a:lnTo>
                <a:lnTo>
                  <a:pt x="273240" y="42849"/>
                </a:lnTo>
                <a:lnTo>
                  <a:pt x="202603" y="8623"/>
                </a:lnTo>
                <a:lnTo>
                  <a:pt x="155803" y="0"/>
                </a:lnTo>
                <a:lnTo>
                  <a:pt x="130530" y="6210"/>
                </a:lnTo>
                <a:lnTo>
                  <a:pt x="111417" y="49301"/>
                </a:lnTo>
                <a:lnTo>
                  <a:pt x="97840" y="96659"/>
                </a:lnTo>
                <a:lnTo>
                  <a:pt x="88468" y="146837"/>
                </a:lnTo>
                <a:lnTo>
                  <a:pt x="82016" y="198437"/>
                </a:lnTo>
                <a:lnTo>
                  <a:pt x="72529" y="300215"/>
                </a:lnTo>
                <a:lnTo>
                  <a:pt x="66878" y="347560"/>
                </a:lnTo>
                <a:lnTo>
                  <a:pt x="59270" y="397459"/>
                </a:lnTo>
                <a:lnTo>
                  <a:pt x="52298" y="447395"/>
                </a:lnTo>
                <a:lnTo>
                  <a:pt x="45859" y="497370"/>
                </a:lnTo>
                <a:lnTo>
                  <a:pt x="34264" y="597535"/>
                </a:lnTo>
                <a:lnTo>
                  <a:pt x="10502" y="826135"/>
                </a:lnTo>
                <a:lnTo>
                  <a:pt x="6324" y="869162"/>
                </a:lnTo>
                <a:lnTo>
                  <a:pt x="2819" y="914069"/>
                </a:lnTo>
                <a:lnTo>
                  <a:pt x="533" y="960120"/>
                </a:lnTo>
                <a:lnTo>
                  <a:pt x="0" y="1006563"/>
                </a:lnTo>
                <a:lnTo>
                  <a:pt x="1790" y="1052652"/>
                </a:lnTo>
                <a:lnTo>
                  <a:pt x="6438" y="1097661"/>
                </a:lnTo>
                <a:lnTo>
                  <a:pt x="14503" y="1140815"/>
                </a:lnTo>
                <a:lnTo>
                  <a:pt x="26530" y="1181404"/>
                </a:lnTo>
                <a:lnTo>
                  <a:pt x="43053" y="1218653"/>
                </a:lnTo>
                <a:lnTo>
                  <a:pt x="64643" y="1251839"/>
                </a:lnTo>
                <a:lnTo>
                  <a:pt x="91833" y="1280210"/>
                </a:lnTo>
                <a:lnTo>
                  <a:pt x="125183" y="1303032"/>
                </a:lnTo>
                <a:lnTo>
                  <a:pt x="165239" y="1319542"/>
                </a:lnTo>
                <a:lnTo>
                  <a:pt x="210794" y="1333042"/>
                </a:lnTo>
                <a:lnTo>
                  <a:pt x="235483" y="1336890"/>
                </a:lnTo>
                <a:lnTo>
                  <a:pt x="257810" y="1334973"/>
                </a:lnTo>
                <a:lnTo>
                  <a:pt x="291680" y="1314602"/>
                </a:lnTo>
                <a:lnTo>
                  <a:pt x="301675" y="1284820"/>
                </a:lnTo>
                <a:lnTo>
                  <a:pt x="297942" y="1249273"/>
                </a:lnTo>
                <a:lnTo>
                  <a:pt x="290588" y="1211541"/>
                </a:lnTo>
                <a:lnTo>
                  <a:pt x="284238" y="1156716"/>
                </a:lnTo>
                <a:lnTo>
                  <a:pt x="280301" y="1102118"/>
                </a:lnTo>
                <a:lnTo>
                  <a:pt x="278295" y="1047623"/>
                </a:lnTo>
                <a:lnTo>
                  <a:pt x="277736" y="993114"/>
                </a:lnTo>
                <a:lnTo>
                  <a:pt x="278142" y="938517"/>
                </a:lnTo>
                <a:lnTo>
                  <a:pt x="279019" y="883691"/>
                </a:lnTo>
                <a:lnTo>
                  <a:pt x="318935" y="911034"/>
                </a:lnTo>
                <a:lnTo>
                  <a:pt x="355942" y="943686"/>
                </a:lnTo>
                <a:lnTo>
                  <a:pt x="390398" y="979881"/>
                </a:lnTo>
                <a:lnTo>
                  <a:pt x="422592" y="1017828"/>
                </a:lnTo>
                <a:lnTo>
                  <a:pt x="512419" y="1131214"/>
                </a:lnTo>
                <a:lnTo>
                  <a:pt x="575449" y="1211757"/>
                </a:lnTo>
                <a:lnTo>
                  <a:pt x="608164" y="1251712"/>
                </a:lnTo>
                <a:lnTo>
                  <a:pt x="642086" y="1290586"/>
                </a:lnTo>
                <a:lnTo>
                  <a:pt x="677519" y="1327683"/>
                </a:lnTo>
                <a:lnTo>
                  <a:pt x="714756" y="1362354"/>
                </a:lnTo>
                <a:lnTo>
                  <a:pt x="754100" y="1393939"/>
                </a:lnTo>
                <a:lnTo>
                  <a:pt x="795870" y="1421752"/>
                </a:lnTo>
                <a:lnTo>
                  <a:pt x="837120" y="1441208"/>
                </a:lnTo>
                <a:lnTo>
                  <a:pt x="874229" y="1449019"/>
                </a:lnTo>
                <a:lnTo>
                  <a:pt x="906551" y="1446606"/>
                </a:lnTo>
                <a:lnTo>
                  <a:pt x="933488" y="1435430"/>
                </a:lnTo>
                <a:lnTo>
                  <a:pt x="954430" y="1416913"/>
                </a:lnTo>
                <a:lnTo>
                  <a:pt x="968730" y="1392516"/>
                </a:lnTo>
                <a:lnTo>
                  <a:pt x="975791" y="1363675"/>
                </a:lnTo>
                <a:close/>
              </a:path>
              <a:path w="2362200" h="1625600">
                <a:moveTo>
                  <a:pt x="1442885" y="289674"/>
                </a:moveTo>
                <a:lnTo>
                  <a:pt x="1436141" y="258851"/>
                </a:lnTo>
                <a:lnTo>
                  <a:pt x="1410195" y="239776"/>
                </a:lnTo>
                <a:lnTo>
                  <a:pt x="1370330" y="240766"/>
                </a:lnTo>
                <a:lnTo>
                  <a:pt x="1330096" y="253695"/>
                </a:lnTo>
                <a:lnTo>
                  <a:pt x="1275588" y="306031"/>
                </a:lnTo>
                <a:lnTo>
                  <a:pt x="1252283" y="347230"/>
                </a:lnTo>
                <a:lnTo>
                  <a:pt x="1232636" y="392315"/>
                </a:lnTo>
                <a:lnTo>
                  <a:pt x="1216075" y="439572"/>
                </a:lnTo>
                <a:lnTo>
                  <a:pt x="1202093" y="487248"/>
                </a:lnTo>
                <a:lnTo>
                  <a:pt x="1190129" y="533654"/>
                </a:lnTo>
                <a:lnTo>
                  <a:pt x="1179639" y="577049"/>
                </a:lnTo>
                <a:lnTo>
                  <a:pt x="1168527" y="621245"/>
                </a:lnTo>
                <a:lnTo>
                  <a:pt x="1158227" y="665797"/>
                </a:lnTo>
                <a:lnTo>
                  <a:pt x="1148676" y="710628"/>
                </a:lnTo>
                <a:lnTo>
                  <a:pt x="1139774" y="755650"/>
                </a:lnTo>
                <a:lnTo>
                  <a:pt x="1131430" y="800760"/>
                </a:lnTo>
                <a:lnTo>
                  <a:pt x="1079842" y="766533"/>
                </a:lnTo>
                <a:lnTo>
                  <a:pt x="1054950" y="748690"/>
                </a:lnTo>
                <a:lnTo>
                  <a:pt x="1031151" y="729411"/>
                </a:lnTo>
                <a:lnTo>
                  <a:pt x="995172" y="695667"/>
                </a:lnTo>
                <a:lnTo>
                  <a:pt x="924598" y="622617"/>
                </a:lnTo>
                <a:lnTo>
                  <a:pt x="888288" y="587273"/>
                </a:lnTo>
                <a:lnTo>
                  <a:pt x="850176" y="555345"/>
                </a:lnTo>
                <a:lnTo>
                  <a:pt x="809371" y="528840"/>
                </a:lnTo>
                <a:lnTo>
                  <a:pt x="773722" y="517601"/>
                </a:lnTo>
                <a:lnTo>
                  <a:pt x="735355" y="518477"/>
                </a:lnTo>
                <a:lnTo>
                  <a:pt x="706043" y="535622"/>
                </a:lnTo>
                <a:lnTo>
                  <a:pt x="697509" y="573201"/>
                </a:lnTo>
                <a:lnTo>
                  <a:pt x="708367" y="617029"/>
                </a:lnTo>
                <a:lnTo>
                  <a:pt x="727925" y="660514"/>
                </a:lnTo>
                <a:lnTo>
                  <a:pt x="754037" y="703097"/>
                </a:lnTo>
                <a:lnTo>
                  <a:pt x="784529" y="744194"/>
                </a:lnTo>
                <a:lnTo>
                  <a:pt x="817245" y="783234"/>
                </a:lnTo>
                <a:lnTo>
                  <a:pt x="850023" y="819632"/>
                </a:lnTo>
                <a:lnTo>
                  <a:pt x="880719" y="852830"/>
                </a:lnTo>
                <a:lnTo>
                  <a:pt x="916698" y="890219"/>
                </a:lnTo>
                <a:lnTo>
                  <a:pt x="957033" y="926947"/>
                </a:lnTo>
                <a:lnTo>
                  <a:pt x="1000975" y="961009"/>
                </a:lnTo>
                <a:lnTo>
                  <a:pt x="1047775" y="990333"/>
                </a:lnTo>
                <a:lnTo>
                  <a:pt x="1096721" y="1012901"/>
                </a:lnTo>
                <a:lnTo>
                  <a:pt x="1090930" y="1053401"/>
                </a:lnTo>
                <a:lnTo>
                  <a:pt x="1084897" y="1102106"/>
                </a:lnTo>
                <a:lnTo>
                  <a:pt x="1079868" y="1151242"/>
                </a:lnTo>
                <a:lnTo>
                  <a:pt x="1075982" y="1200696"/>
                </a:lnTo>
                <a:lnTo>
                  <a:pt x="1073340" y="1250353"/>
                </a:lnTo>
                <a:lnTo>
                  <a:pt x="1072045" y="1300099"/>
                </a:lnTo>
                <a:lnTo>
                  <a:pt x="1072222" y="1349819"/>
                </a:lnTo>
                <a:lnTo>
                  <a:pt x="1073975" y="1399413"/>
                </a:lnTo>
                <a:lnTo>
                  <a:pt x="1077429" y="1448752"/>
                </a:lnTo>
                <a:lnTo>
                  <a:pt x="1084376" y="1497431"/>
                </a:lnTo>
                <a:lnTo>
                  <a:pt x="1097330" y="1539036"/>
                </a:lnTo>
                <a:lnTo>
                  <a:pt x="1116850" y="1573085"/>
                </a:lnTo>
                <a:lnTo>
                  <a:pt x="1177937" y="1616608"/>
                </a:lnTo>
                <a:lnTo>
                  <a:pt x="1220635" y="1625155"/>
                </a:lnTo>
                <a:lnTo>
                  <a:pt x="1272209" y="1624253"/>
                </a:lnTo>
                <a:lnTo>
                  <a:pt x="1343812" y="1604721"/>
                </a:lnTo>
                <a:lnTo>
                  <a:pt x="1399501" y="1560601"/>
                </a:lnTo>
                <a:lnTo>
                  <a:pt x="1410220" y="1531251"/>
                </a:lnTo>
                <a:lnTo>
                  <a:pt x="1408658" y="1499374"/>
                </a:lnTo>
                <a:lnTo>
                  <a:pt x="1400581" y="1466773"/>
                </a:lnTo>
                <a:lnTo>
                  <a:pt x="1391780" y="1435252"/>
                </a:lnTo>
                <a:lnTo>
                  <a:pt x="1382191" y="1386370"/>
                </a:lnTo>
                <a:lnTo>
                  <a:pt x="1376146" y="1336776"/>
                </a:lnTo>
                <a:lnTo>
                  <a:pt x="1373035" y="1286637"/>
                </a:lnTo>
                <a:lnTo>
                  <a:pt x="1372260" y="1236129"/>
                </a:lnTo>
                <a:lnTo>
                  <a:pt x="1373200" y="1185443"/>
                </a:lnTo>
                <a:lnTo>
                  <a:pt x="1375244" y="1134757"/>
                </a:lnTo>
                <a:lnTo>
                  <a:pt x="1380210" y="1034122"/>
                </a:lnTo>
                <a:lnTo>
                  <a:pt x="1382420" y="983335"/>
                </a:lnTo>
                <a:lnTo>
                  <a:pt x="1385150" y="932573"/>
                </a:lnTo>
                <a:lnTo>
                  <a:pt x="1388351" y="881837"/>
                </a:lnTo>
                <a:lnTo>
                  <a:pt x="1396009" y="780529"/>
                </a:lnTo>
                <a:lnTo>
                  <a:pt x="1404988" y="679526"/>
                </a:lnTo>
                <a:lnTo>
                  <a:pt x="1414932" y="578980"/>
                </a:lnTo>
                <a:lnTo>
                  <a:pt x="1420380" y="532396"/>
                </a:lnTo>
                <a:lnTo>
                  <a:pt x="1429842" y="438505"/>
                </a:lnTo>
                <a:lnTo>
                  <a:pt x="1434211" y="391922"/>
                </a:lnTo>
                <a:lnTo>
                  <a:pt x="1438313" y="360006"/>
                </a:lnTo>
                <a:lnTo>
                  <a:pt x="1442402" y="324662"/>
                </a:lnTo>
                <a:lnTo>
                  <a:pt x="1442885" y="289674"/>
                </a:lnTo>
                <a:close/>
              </a:path>
              <a:path w="2362200" h="1625600">
                <a:moveTo>
                  <a:pt x="2361768" y="693724"/>
                </a:moveTo>
                <a:lnTo>
                  <a:pt x="2358415" y="648462"/>
                </a:lnTo>
                <a:lnTo>
                  <a:pt x="2351392" y="603072"/>
                </a:lnTo>
                <a:lnTo>
                  <a:pt x="2340622" y="557771"/>
                </a:lnTo>
                <a:lnTo>
                  <a:pt x="2314130" y="487159"/>
                </a:lnTo>
                <a:lnTo>
                  <a:pt x="2295766" y="452208"/>
                </a:lnTo>
                <a:lnTo>
                  <a:pt x="2274379" y="417944"/>
                </a:lnTo>
                <a:lnTo>
                  <a:pt x="2250211" y="384670"/>
                </a:lnTo>
                <a:lnTo>
                  <a:pt x="2223579" y="352729"/>
                </a:lnTo>
                <a:lnTo>
                  <a:pt x="2194725" y="322453"/>
                </a:lnTo>
                <a:lnTo>
                  <a:pt x="2163953" y="294157"/>
                </a:lnTo>
                <a:lnTo>
                  <a:pt x="2131530" y="268173"/>
                </a:lnTo>
                <a:lnTo>
                  <a:pt x="2097735" y="244817"/>
                </a:lnTo>
                <a:lnTo>
                  <a:pt x="2063508" y="224828"/>
                </a:lnTo>
                <a:lnTo>
                  <a:pt x="2063508" y="773671"/>
                </a:lnTo>
                <a:lnTo>
                  <a:pt x="2058301" y="819912"/>
                </a:lnTo>
                <a:lnTo>
                  <a:pt x="2044661" y="864666"/>
                </a:lnTo>
                <a:lnTo>
                  <a:pt x="2022411" y="906830"/>
                </a:lnTo>
                <a:lnTo>
                  <a:pt x="1989632" y="937450"/>
                </a:lnTo>
                <a:lnTo>
                  <a:pt x="1951062" y="960831"/>
                </a:lnTo>
                <a:lnTo>
                  <a:pt x="1909838" y="974813"/>
                </a:lnTo>
                <a:lnTo>
                  <a:pt x="1892744" y="976020"/>
                </a:lnTo>
                <a:lnTo>
                  <a:pt x="1875840" y="974331"/>
                </a:lnTo>
                <a:lnTo>
                  <a:pt x="1833422" y="945159"/>
                </a:lnTo>
                <a:lnTo>
                  <a:pt x="1790992" y="885621"/>
                </a:lnTo>
                <a:lnTo>
                  <a:pt x="1770710" y="835748"/>
                </a:lnTo>
                <a:lnTo>
                  <a:pt x="1756041" y="784618"/>
                </a:lnTo>
                <a:lnTo>
                  <a:pt x="1746783" y="732396"/>
                </a:lnTo>
                <a:lnTo>
                  <a:pt x="1742782" y="679272"/>
                </a:lnTo>
                <a:lnTo>
                  <a:pt x="1744700" y="626338"/>
                </a:lnTo>
                <a:lnTo>
                  <a:pt x="1753108" y="575157"/>
                </a:lnTo>
                <a:lnTo>
                  <a:pt x="1768462" y="527494"/>
                </a:lnTo>
                <a:lnTo>
                  <a:pt x="1791220" y="485114"/>
                </a:lnTo>
                <a:lnTo>
                  <a:pt x="1821853" y="449770"/>
                </a:lnTo>
                <a:lnTo>
                  <a:pt x="1864271" y="445909"/>
                </a:lnTo>
                <a:lnTo>
                  <a:pt x="1880158" y="449618"/>
                </a:lnTo>
                <a:lnTo>
                  <a:pt x="1925993" y="474840"/>
                </a:lnTo>
                <a:lnTo>
                  <a:pt x="1961781" y="507593"/>
                </a:lnTo>
                <a:lnTo>
                  <a:pt x="1991093" y="546646"/>
                </a:lnTo>
                <a:lnTo>
                  <a:pt x="2014855" y="589953"/>
                </a:lnTo>
                <a:lnTo>
                  <a:pt x="2033981" y="635482"/>
                </a:lnTo>
                <a:lnTo>
                  <a:pt x="2049411" y="681202"/>
                </a:lnTo>
                <a:lnTo>
                  <a:pt x="2060486" y="727062"/>
                </a:lnTo>
                <a:lnTo>
                  <a:pt x="2063508" y="773671"/>
                </a:lnTo>
                <a:lnTo>
                  <a:pt x="2063508" y="224828"/>
                </a:lnTo>
                <a:lnTo>
                  <a:pt x="2027135" y="207340"/>
                </a:lnTo>
                <a:lnTo>
                  <a:pt x="1990890" y="193865"/>
                </a:lnTo>
                <a:lnTo>
                  <a:pt x="1917890" y="179095"/>
                </a:lnTo>
                <a:lnTo>
                  <a:pt x="1881682" y="178447"/>
                </a:lnTo>
                <a:lnTo>
                  <a:pt x="1846059" y="182727"/>
                </a:lnTo>
                <a:lnTo>
                  <a:pt x="1777695" y="207340"/>
                </a:lnTo>
                <a:lnTo>
                  <a:pt x="1745386" y="228396"/>
                </a:lnTo>
                <a:lnTo>
                  <a:pt x="1714817" y="255663"/>
                </a:lnTo>
                <a:lnTo>
                  <a:pt x="1686217" y="289483"/>
                </a:lnTo>
                <a:lnTo>
                  <a:pt x="1659851" y="330200"/>
                </a:lnTo>
                <a:lnTo>
                  <a:pt x="1659851" y="332130"/>
                </a:lnTo>
                <a:lnTo>
                  <a:pt x="1626717" y="362165"/>
                </a:lnTo>
                <a:lnTo>
                  <a:pt x="1596745" y="395554"/>
                </a:lnTo>
                <a:lnTo>
                  <a:pt x="1569999" y="432054"/>
                </a:lnTo>
                <a:lnTo>
                  <a:pt x="1546479" y="471474"/>
                </a:lnTo>
                <a:lnTo>
                  <a:pt x="1526222" y="513575"/>
                </a:lnTo>
                <a:lnTo>
                  <a:pt x="1509280" y="558126"/>
                </a:lnTo>
                <a:lnTo>
                  <a:pt x="1495666" y="604926"/>
                </a:lnTo>
                <a:lnTo>
                  <a:pt x="1485417" y="653732"/>
                </a:lnTo>
                <a:lnTo>
                  <a:pt x="1478572" y="704342"/>
                </a:lnTo>
                <a:lnTo>
                  <a:pt x="1475981" y="748893"/>
                </a:lnTo>
                <a:lnTo>
                  <a:pt x="1477010" y="793800"/>
                </a:lnTo>
                <a:lnTo>
                  <a:pt x="1481607" y="838631"/>
                </a:lnTo>
                <a:lnTo>
                  <a:pt x="1489710" y="883005"/>
                </a:lnTo>
                <a:lnTo>
                  <a:pt x="1501267" y="926477"/>
                </a:lnTo>
                <a:lnTo>
                  <a:pt x="1516202" y="968654"/>
                </a:lnTo>
                <a:lnTo>
                  <a:pt x="1534477" y="1009116"/>
                </a:lnTo>
                <a:lnTo>
                  <a:pt x="1556029" y="1047457"/>
                </a:lnTo>
                <a:lnTo>
                  <a:pt x="1580781" y="1083259"/>
                </a:lnTo>
                <a:lnTo>
                  <a:pt x="1608696" y="1116114"/>
                </a:lnTo>
                <a:lnTo>
                  <a:pt x="1639697" y="1145603"/>
                </a:lnTo>
                <a:lnTo>
                  <a:pt x="1673733" y="1171321"/>
                </a:lnTo>
                <a:lnTo>
                  <a:pt x="1710753" y="1192860"/>
                </a:lnTo>
                <a:lnTo>
                  <a:pt x="1750695" y="1209789"/>
                </a:lnTo>
                <a:lnTo>
                  <a:pt x="1793481" y="1221727"/>
                </a:lnTo>
                <a:lnTo>
                  <a:pt x="1839074" y="1228229"/>
                </a:lnTo>
                <a:lnTo>
                  <a:pt x="1887410" y="1228902"/>
                </a:lnTo>
                <a:lnTo>
                  <a:pt x="1936203" y="1224534"/>
                </a:lnTo>
                <a:lnTo>
                  <a:pt x="1982787" y="1215974"/>
                </a:lnTo>
                <a:lnTo>
                  <a:pt x="2027085" y="1203464"/>
                </a:lnTo>
                <a:lnTo>
                  <a:pt x="2069007" y="1187221"/>
                </a:lnTo>
                <a:lnTo>
                  <a:pt x="2108492" y="1167460"/>
                </a:lnTo>
                <a:lnTo>
                  <a:pt x="2145436" y="1144422"/>
                </a:lnTo>
                <a:lnTo>
                  <a:pt x="2179764" y="1118323"/>
                </a:lnTo>
                <a:lnTo>
                  <a:pt x="2211413" y="1089406"/>
                </a:lnTo>
                <a:lnTo>
                  <a:pt x="2240267" y="1057859"/>
                </a:lnTo>
                <a:lnTo>
                  <a:pt x="2266277" y="1023937"/>
                </a:lnTo>
                <a:lnTo>
                  <a:pt x="2289352" y="987856"/>
                </a:lnTo>
                <a:lnTo>
                  <a:pt x="2295588" y="976020"/>
                </a:lnTo>
                <a:lnTo>
                  <a:pt x="2309406" y="949845"/>
                </a:lnTo>
                <a:lnTo>
                  <a:pt x="2326348" y="910120"/>
                </a:lnTo>
                <a:lnTo>
                  <a:pt x="2340127" y="868908"/>
                </a:lnTo>
                <a:lnTo>
                  <a:pt x="2350630" y="826439"/>
                </a:lnTo>
                <a:lnTo>
                  <a:pt x="2357793" y="782929"/>
                </a:lnTo>
                <a:lnTo>
                  <a:pt x="2361539" y="738619"/>
                </a:lnTo>
                <a:lnTo>
                  <a:pt x="2361590" y="727062"/>
                </a:lnTo>
                <a:lnTo>
                  <a:pt x="2361717" y="704342"/>
                </a:lnTo>
                <a:lnTo>
                  <a:pt x="2361768" y="693724"/>
                </a:lnTo>
                <a:close/>
              </a:path>
            </a:pathLst>
          </a:custGeom>
          <a:solidFill>
            <a:srgbClr val="FF4F4F"/>
          </a:solidFill>
        </p:spPr>
        <p:txBody>
          <a:bodyPr bIns="0" lIns="0" rIns="0" rtlCol="0" tIns="0" wrap="square"/>
          <a:p>
            <a:endParaRPr sz="1200"/>
          </a:p>
        </p:txBody>
      </p:sp>
      <p:sp>
        <p:nvSpPr>
          <p:cNvPr id="1048667" name="object 7"/>
          <p:cNvSpPr/>
          <p:nvPr/>
        </p:nvSpPr>
        <p:spPr>
          <a:xfrm>
            <a:off x="7560802" y="2967454"/>
            <a:ext cx="683260" cy="750993"/>
          </a:xfrm>
          <a:custGeom>
            <a:avLst/>
            <a:ahLst/>
            <a:rect l="l" t="t" r="r" b="b"/>
            <a:pathLst>
              <a:path w="1024890" h="1126489">
                <a:moveTo>
                  <a:pt x="866091" y="1126311"/>
                </a:moveTo>
                <a:lnTo>
                  <a:pt x="809259" y="1120265"/>
                </a:lnTo>
                <a:lnTo>
                  <a:pt x="758937" y="1107394"/>
                </a:lnTo>
                <a:lnTo>
                  <a:pt x="714761" y="1088173"/>
                </a:lnTo>
                <a:lnTo>
                  <a:pt x="676371" y="1063076"/>
                </a:lnTo>
                <a:lnTo>
                  <a:pt x="643405" y="1032577"/>
                </a:lnTo>
                <a:lnTo>
                  <a:pt x="615502" y="997152"/>
                </a:lnTo>
                <a:lnTo>
                  <a:pt x="592299" y="957274"/>
                </a:lnTo>
                <a:lnTo>
                  <a:pt x="562648" y="992997"/>
                </a:lnTo>
                <a:lnTo>
                  <a:pt x="529301" y="1024487"/>
                </a:lnTo>
                <a:lnTo>
                  <a:pt x="491775" y="1051049"/>
                </a:lnTo>
                <a:lnTo>
                  <a:pt x="449588" y="1071986"/>
                </a:lnTo>
                <a:lnTo>
                  <a:pt x="402259" y="1086602"/>
                </a:lnTo>
                <a:lnTo>
                  <a:pt x="349304" y="1094200"/>
                </a:lnTo>
                <a:lnTo>
                  <a:pt x="294858" y="1094270"/>
                </a:lnTo>
                <a:lnTo>
                  <a:pt x="246147" y="1086888"/>
                </a:lnTo>
                <a:lnTo>
                  <a:pt x="202882" y="1072680"/>
                </a:lnTo>
                <a:lnTo>
                  <a:pt x="164773" y="1052272"/>
                </a:lnTo>
                <a:lnTo>
                  <a:pt x="131530" y="1026293"/>
                </a:lnTo>
                <a:lnTo>
                  <a:pt x="102865" y="995368"/>
                </a:lnTo>
                <a:lnTo>
                  <a:pt x="78487" y="960124"/>
                </a:lnTo>
                <a:lnTo>
                  <a:pt x="58106" y="921189"/>
                </a:lnTo>
                <a:lnTo>
                  <a:pt x="41433" y="879187"/>
                </a:lnTo>
                <a:lnTo>
                  <a:pt x="28178" y="834748"/>
                </a:lnTo>
                <a:lnTo>
                  <a:pt x="18052" y="788496"/>
                </a:lnTo>
                <a:lnTo>
                  <a:pt x="10764" y="741060"/>
                </a:lnTo>
                <a:lnTo>
                  <a:pt x="6026" y="693065"/>
                </a:lnTo>
                <a:lnTo>
                  <a:pt x="2696" y="642352"/>
                </a:lnTo>
                <a:lnTo>
                  <a:pt x="598" y="590782"/>
                </a:lnTo>
                <a:lnTo>
                  <a:pt x="0" y="538783"/>
                </a:lnTo>
                <a:lnTo>
                  <a:pt x="1169" y="486784"/>
                </a:lnTo>
                <a:lnTo>
                  <a:pt x="4374" y="435214"/>
                </a:lnTo>
                <a:lnTo>
                  <a:pt x="21455" y="272646"/>
                </a:lnTo>
                <a:lnTo>
                  <a:pt x="34473" y="235039"/>
                </a:lnTo>
                <a:lnTo>
                  <a:pt x="73374" y="196137"/>
                </a:lnTo>
                <a:lnTo>
                  <a:pt x="108480" y="185621"/>
                </a:lnTo>
                <a:lnTo>
                  <a:pt x="146839" y="187760"/>
                </a:lnTo>
                <a:lnTo>
                  <a:pt x="185380" y="201290"/>
                </a:lnTo>
                <a:lnTo>
                  <a:pt x="220274" y="232508"/>
                </a:lnTo>
                <a:lnTo>
                  <a:pt x="243236" y="278913"/>
                </a:lnTo>
                <a:lnTo>
                  <a:pt x="257519" y="330381"/>
                </a:lnTo>
                <a:lnTo>
                  <a:pt x="266378" y="376786"/>
                </a:lnTo>
                <a:lnTo>
                  <a:pt x="273433" y="421308"/>
                </a:lnTo>
                <a:lnTo>
                  <a:pt x="278844" y="467751"/>
                </a:lnTo>
                <a:lnTo>
                  <a:pt x="291931" y="613513"/>
                </a:lnTo>
                <a:lnTo>
                  <a:pt x="297482" y="662548"/>
                </a:lnTo>
                <a:lnTo>
                  <a:pt x="304744" y="710958"/>
                </a:lnTo>
                <a:lnTo>
                  <a:pt x="314391" y="758234"/>
                </a:lnTo>
                <a:lnTo>
                  <a:pt x="327092" y="803867"/>
                </a:lnTo>
                <a:lnTo>
                  <a:pt x="343520" y="847348"/>
                </a:lnTo>
                <a:lnTo>
                  <a:pt x="363796" y="803652"/>
                </a:lnTo>
                <a:lnTo>
                  <a:pt x="382305" y="759421"/>
                </a:lnTo>
                <a:lnTo>
                  <a:pt x="399206" y="714761"/>
                </a:lnTo>
                <a:lnTo>
                  <a:pt x="414661" y="669780"/>
                </a:lnTo>
                <a:lnTo>
                  <a:pt x="428830" y="624585"/>
                </a:lnTo>
                <a:lnTo>
                  <a:pt x="441875" y="579282"/>
                </a:lnTo>
                <a:lnTo>
                  <a:pt x="455689" y="527684"/>
                </a:lnTo>
                <a:lnTo>
                  <a:pt x="468381" y="475913"/>
                </a:lnTo>
                <a:lnTo>
                  <a:pt x="480216" y="424026"/>
                </a:lnTo>
                <a:lnTo>
                  <a:pt x="491461" y="372081"/>
                </a:lnTo>
                <a:lnTo>
                  <a:pt x="524318" y="216477"/>
                </a:lnTo>
                <a:lnTo>
                  <a:pt x="535864" y="164879"/>
                </a:lnTo>
                <a:lnTo>
                  <a:pt x="548151" y="113513"/>
                </a:lnTo>
                <a:lnTo>
                  <a:pt x="561444" y="62436"/>
                </a:lnTo>
                <a:lnTo>
                  <a:pt x="612580" y="15398"/>
                </a:lnTo>
                <a:lnTo>
                  <a:pt x="656194" y="3619"/>
                </a:lnTo>
                <a:lnTo>
                  <a:pt x="704396" y="0"/>
                </a:lnTo>
                <a:lnTo>
                  <a:pt x="751604" y="4787"/>
                </a:lnTo>
                <a:lnTo>
                  <a:pt x="792235" y="18230"/>
                </a:lnTo>
                <a:lnTo>
                  <a:pt x="820707" y="40578"/>
                </a:lnTo>
                <a:lnTo>
                  <a:pt x="831438" y="72078"/>
                </a:lnTo>
                <a:lnTo>
                  <a:pt x="831083" y="118063"/>
                </a:lnTo>
                <a:lnTo>
                  <a:pt x="830169" y="165001"/>
                </a:lnTo>
                <a:lnTo>
                  <a:pt x="827580" y="261141"/>
                </a:lnTo>
                <a:lnTo>
                  <a:pt x="825501" y="359311"/>
                </a:lnTo>
                <a:lnTo>
                  <a:pt x="825224" y="408786"/>
                </a:lnTo>
                <a:lnTo>
                  <a:pt x="825761" y="458321"/>
                </a:lnTo>
                <a:lnTo>
                  <a:pt x="827339" y="507769"/>
                </a:lnTo>
                <a:lnTo>
                  <a:pt x="830189" y="556981"/>
                </a:lnTo>
                <a:lnTo>
                  <a:pt x="834537" y="605808"/>
                </a:lnTo>
                <a:lnTo>
                  <a:pt x="840614" y="654101"/>
                </a:lnTo>
                <a:lnTo>
                  <a:pt x="848648" y="701712"/>
                </a:lnTo>
                <a:lnTo>
                  <a:pt x="858866" y="748493"/>
                </a:lnTo>
                <a:lnTo>
                  <a:pt x="871499" y="794294"/>
                </a:lnTo>
                <a:lnTo>
                  <a:pt x="886774" y="838966"/>
                </a:lnTo>
                <a:lnTo>
                  <a:pt x="904920" y="882362"/>
                </a:lnTo>
                <a:lnTo>
                  <a:pt x="926167" y="924332"/>
                </a:lnTo>
                <a:lnTo>
                  <a:pt x="950742" y="964727"/>
                </a:lnTo>
                <a:lnTo>
                  <a:pt x="978874" y="1003400"/>
                </a:lnTo>
                <a:lnTo>
                  <a:pt x="1010791" y="1040201"/>
                </a:lnTo>
                <a:lnTo>
                  <a:pt x="1024713" y="1074613"/>
                </a:lnTo>
                <a:lnTo>
                  <a:pt x="1003559" y="1099985"/>
                </a:lnTo>
                <a:lnTo>
                  <a:pt x="965772" y="1116679"/>
                </a:lnTo>
                <a:lnTo>
                  <a:pt x="929792" y="1125056"/>
                </a:lnTo>
                <a:lnTo>
                  <a:pt x="866091" y="1126311"/>
                </a:lnTo>
                <a:close/>
              </a:path>
            </a:pathLst>
          </a:custGeom>
          <a:solidFill>
            <a:srgbClr val="FF4F4F"/>
          </a:solidFill>
        </p:spPr>
        <p:txBody>
          <a:bodyPr bIns="0" lIns="0" rIns="0" rtlCol="0" tIns="0" wrap="square"/>
          <a:p>
            <a:endParaRPr sz="1200"/>
          </a:p>
        </p:txBody>
      </p:sp>
      <p:cxnSp>
        <p:nvCxnSpPr>
          <p:cNvPr id="3145746" name="Straight Connector 7"/>
          <p:cNvCxnSpPr>
            <a:cxnSpLocks/>
          </p:cNvCxnSpPr>
          <p:nvPr/>
        </p:nvCxnSpPr>
        <p:spPr>
          <a:xfrm>
            <a:off x="273897" y="1307690"/>
            <a:ext cx="11916000" cy="0"/>
          </a:xfrm>
          <a:prstGeom prst="line"/>
          <a:ln>
            <a:solidFill>
              <a:srgbClr val="FF0000"/>
            </a:solidFill>
          </a:ln>
        </p:spPr>
        <p:style>
          <a:lnRef idx="3">
            <a:schemeClr val="dk1"/>
          </a:lnRef>
          <a:fillRef idx="0">
            <a:schemeClr val="dk1"/>
          </a:fillRef>
          <a:effectRef idx="2">
            <a:schemeClr val="dk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Sanjivani College of Engineering, Kopargaon-423603</dc:title>
  <dc:creator>Harshvardhan Rokade</dc:creator>
  <cp:lastModifiedBy>Supriya Jadhav</cp:lastModifiedBy>
  <dcterms:created xsi:type="dcterms:W3CDTF">2025-05-17T11:19:01Z</dcterms:created>
  <dcterms:modified xsi:type="dcterms:W3CDTF">2026-05-04T05:34:52Z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e1fc8099ca724d61bb974a936f574c69</vt:lpwstr>
  </property>
</Properties>
</file>